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8288000" cy="10287000"/>
  <p:notesSz cx="6858000" cy="9144000"/>
  <p:embeddedFontLst>
    <p:embeddedFont>
      <p:font typeface="Alice" panose="020B0604020202020204" charset="0"/>
      <p:regular r:id="rId15"/>
    </p:embeddedFont>
    <p:embeddedFont>
      <p:font typeface="Anonymous Pro" panose="020B0604020202020204" charset="0"/>
      <p:regular r:id="rId16"/>
      <p:bold r:id="rId17"/>
      <p:italic r:id="rId18"/>
      <p:boldItalic r:id="rId19"/>
    </p:embeddedFont>
    <p:embeddedFont>
      <p:font typeface="Arapey" panose="020B0604020202020204" charset="0"/>
      <p:regular r:id="rId20"/>
      <p:italic r:id="rId21"/>
    </p:embeddedFont>
    <p:embeddedFont>
      <p:font typeface="NTR" panose="020B0604020202020204" charset="0"/>
      <p:regular r:id="rId22"/>
    </p:embeddedFont>
    <p:embeddedFont>
      <p:font typeface="Times" panose="02020603050405020304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u0mswhUcZC6AKR2V98rM5aaPG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0CF0E-9845-4362-A91D-923FDB6B1BA6}" v="40" dt="2026-04-01T06:58:23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yak Jagtap" userId="fab308c070b6e54d" providerId="LiveId" clId="{C333D098-6AF2-48AA-ACB1-99C10C6737E7}"/>
    <pc:docChg chg="undo custSel addSld delSld modSld">
      <pc:chgData name="Samyak Jagtap" userId="fab308c070b6e54d" providerId="LiveId" clId="{C333D098-6AF2-48AA-ACB1-99C10C6737E7}" dt="2026-04-01T07:21:50.541" v="726" actId="20577"/>
      <pc:docMkLst>
        <pc:docMk/>
      </pc:docMkLst>
      <pc:sldChg chg="modSp mod">
        <pc:chgData name="Samyak Jagtap" userId="fab308c070b6e54d" providerId="LiveId" clId="{C333D098-6AF2-48AA-ACB1-99C10C6737E7}" dt="2026-04-01T07:09:32.443" v="721" actId="14100"/>
        <pc:sldMkLst>
          <pc:docMk/>
          <pc:sldMk cId="0" sldId="257"/>
        </pc:sldMkLst>
        <pc:spChg chg="mod">
          <ac:chgData name="Samyak Jagtap" userId="fab308c070b6e54d" providerId="LiveId" clId="{C333D098-6AF2-48AA-ACB1-99C10C6737E7}" dt="2026-04-01T07:09:14.427" v="715" actId="20577"/>
          <ac:spMkLst>
            <pc:docMk/>
            <pc:sldMk cId="0" sldId="257"/>
            <ac:spMk id="139" creationId="{00000000-0000-0000-0000-000000000000}"/>
          </ac:spMkLst>
        </pc:spChg>
        <pc:spChg chg="mod">
          <ac:chgData name="Samyak Jagtap" userId="fab308c070b6e54d" providerId="LiveId" clId="{C333D098-6AF2-48AA-ACB1-99C10C6737E7}" dt="2026-04-01T07:09:32.443" v="721" actId="14100"/>
          <ac:spMkLst>
            <pc:docMk/>
            <pc:sldMk cId="0" sldId="257"/>
            <ac:spMk id="141" creationId="{00000000-0000-0000-0000-000000000000}"/>
          </ac:spMkLst>
        </pc:spChg>
      </pc:sldChg>
      <pc:sldChg chg="modSp mod">
        <pc:chgData name="Samyak Jagtap" userId="fab308c070b6e54d" providerId="LiveId" clId="{C333D098-6AF2-48AA-ACB1-99C10C6737E7}" dt="2026-03-31T16:40:38.724" v="36" actId="14100"/>
        <pc:sldMkLst>
          <pc:docMk/>
          <pc:sldMk cId="0" sldId="258"/>
        </pc:sldMkLst>
        <pc:spChg chg="mod">
          <ac:chgData name="Samyak Jagtap" userId="fab308c070b6e54d" providerId="LiveId" clId="{C333D098-6AF2-48AA-ACB1-99C10C6737E7}" dt="2026-03-31T16:40:38.724" v="36" actId="14100"/>
          <ac:spMkLst>
            <pc:docMk/>
            <pc:sldMk cId="0" sldId="258"/>
            <ac:spMk id="3" creationId="{96CBF088-C003-D9A1-E64B-67A26E72B287}"/>
          </ac:spMkLst>
        </pc:spChg>
      </pc:sldChg>
      <pc:sldChg chg="addSp delSp modSp mod modNotes">
        <pc:chgData name="Samyak Jagtap" userId="fab308c070b6e54d" providerId="LiveId" clId="{C333D098-6AF2-48AA-ACB1-99C10C6737E7}" dt="2026-04-01T07:21:50.541" v="726" actId="20577"/>
        <pc:sldMkLst>
          <pc:docMk/>
          <pc:sldMk cId="0" sldId="260"/>
        </pc:sldMkLst>
        <pc:spChg chg="add mod">
          <ac:chgData name="Samyak Jagtap" userId="fab308c070b6e54d" providerId="LiveId" clId="{C333D098-6AF2-48AA-ACB1-99C10C6737E7}" dt="2026-04-01T07:21:50.541" v="726" actId="20577"/>
          <ac:spMkLst>
            <pc:docMk/>
            <pc:sldMk cId="0" sldId="260"/>
            <ac:spMk id="2" creationId="{D5A0F54F-0904-C937-D5D4-28D095EBA223}"/>
          </ac:spMkLst>
        </pc:spChg>
        <pc:spChg chg="add del mod">
          <ac:chgData name="Samyak Jagtap" userId="fab308c070b6e54d" providerId="LiveId" clId="{C333D098-6AF2-48AA-ACB1-99C10C6737E7}" dt="2026-03-31T16:37:31.186" v="10"/>
          <ac:spMkLst>
            <pc:docMk/>
            <pc:sldMk cId="0" sldId="260"/>
            <ac:spMk id="3" creationId="{926E91BA-F490-5188-1930-3423E1E01EA7}"/>
          </ac:spMkLst>
        </pc:spChg>
        <pc:grpChg chg="mod">
          <ac:chgData name="Samyak Jagtap" userId="fab308c070b6e54d" providerId="LiveId" clId="{C333D098-6AF2-48AA-ACB1-99C10C6737E7}" dt="2026-03-31T16:37:38.330" v="13" actId="1076"/>
          <ac:grpSpMkLst>
            <pc:docMk/>
            <pc:sldMk cId="0" sldId="260"/>
            <ac:grpSpMk id="199" creationId="{00000000-0000-0000-0000-000000000000}"/>
          </ac:grpSpMkLst>
        </pc:grpChg>
      </pc:sldChg>
      <pc:sldChg chg="addSp delSp modSp mod modNotes">
        <pc:chgData name="Samyak Jagtap" userId="fab308c070b6e54d" providerId="LiveId" clId="{C333D098-6AF2-48AA-ACB1-99C10C6737E7}" dt="2026-04-01T05:15:54.838" v="446" actId="1076"/>
        <pc:sldMkLst>
          <pc:docMk/>
          <pc:sldMk cId="0" sldId="261"/>
        </pc:sldMkLst>
        <pc:spChg chg="add mod">
          <ac:chgData name="Samyak Jagtap" userId="fab308c070b6e54d" providerId="LiveId" clId="{C333D098-6AF2-48AA-ACB1-99C10C6737E7}" dt="2026-03-31T16:47:37.681" v="106" actId="20577"/>
          <ac:spMkLst>
            <pc:docMk/>
            <pc:sldMk cId="0" sldId="261"/>
            <ac:spMk id="2" creationId="{FEBF61E5-92A0-B620-B8F1-E63E0BB5C86C}"/>
          </ac:spMkLst>
        </pc:spChg>
        <pc:spChg chg="add del mod">
          <ac:chgData name="Samyak Jagtap" userId="fab308c070b6e54d" providerId="LiveId" clId="{C333D098-6AF2-48AA-ACB1-99C10C6737E7}" dt="2026-03-31T16:39:43.627" v="23"/>
          <ac:spMkLst>
            <pc:docMk/>
            <pc:sldMk cId="0" sldId="261"/>
            <ac:spMk id="3" creationId="{6E01951B-F517-7C53-C64F-2EE4BC55050E}"/>
          </ac:spMkLst>
        </pc:spChg>
        <pc:spChg chg="mod topLvl">
          <ac:chgData name="Samyak Jagtap" userId="fab308c070b6e54d" providerId="LiveId" clId="{C333D098-6AF2-48AA-ACB1-99C10C6737E7}" dt="2026-04-01T05:15:34.683" v="442" actId="14100"/>
          <ac:spMkLst>
            <pc:docMk/>
            <pc:sldMk cId="0" sldId="261"/>
            <ac:spMk id="232" creationId="{00000000-0000-0000-0000-000000000000}"/>
          </ac:spMkLst>
        </pc:spChg>
        <pc:spChg chg="add del mod topLvl">
          <ac:chgData name="Samyak Jagtap" userId="fab308c070b6e54d" providerId="LiveId" clId="{C333D098-6AF2-48AA-ACB1-99C10C6737E7}" dt="2026-04-01T05:15:30.929" v="441" actId="478"/>
          <ac:spMkLst>
            <pc:docMk/>
            <pc:sldMk cId="0" sldId="261"/>
            <ac:spMk id="233" creationId="{00000000-0000-0000-0000-000000000000}"/>
          </ac:spMkLst>
        </pc:spChg>
        <pc:spChg chg="mod topLvl">
          <ac:chgData name="Samyak Jagtap" userId="fab308c070b6e54d" providerId="LiveId" clId="{C333D098-6AF2-48AA-ACB1-99C10C6737E7}" dt="2026-04-01T05:15:49.392" v="445" actId="1076"/>
          <ac:spMkLst>
            <pc:docMk/>
            <pc:sldMk cId="0" sldId="261"/>
            <ac:spMk id="235" creationId="{00000000-0000-0000-0000-000000000000}"/>
          </ac:spMkLst>
        </pc:spChg>
        <pc:spChg chg="del mod topLvl">
          <ac:chgData name="Samyak Jagtap" userId="fab308c070b6e54d" providerId="LiveId" clId="{C333D098-6AF2-48AA-ACB1-99C10C6737E7}" dt="2026-04-01T05:15:23.252" v="437" actId="478"/>
          <ac:spMkLst>
            <pc:docMk/>
            <pc:sldMk cId="0" sldId="261"/>
            <ac:spMk id="236" creationId="{00000000-0000-0000-0000-000000000000}"/>
          </ac:spMkLst>
        </pc:spChg>
        <pc:spChg chg="mod">
          <ac:chgData name="Samyak Jagtap" userId="fab308c070b6e54d" providerId="LiveId" clId="{C333D098-6AF2-48AA-ACB1-99C10C6737E7}" dt="2026-04-01T05:15:54.838" v="446" actId="1076"/>
          <ac:spMkLst>
            <pc:docMk/>
            <pc:sldMk cId="0" sldId="261"/>
            <ac:spMk id="237" creationId="{00000000-0000-0000-0000-000000000000}"/>
          </ac:spMkLst>
        </pc:spChg>
        <pc:grpChg chg="add del">
          <ac:chgData name="Samyak Jagtap" userId="fab308c070b6e54d" providerId="LiveId" clId="{C333D098-6AF2-48AA-ACB1-99C10C6737E7}" dt="2026-04-01T05:15:30.929" v="441" actId="478"/>
          <ac:grpSpMkLst>
            <pc:docMk/>
            <pc:sldMk cId="0" sldId="261"/>
            <ac:grpSpMk id="231" creationId="{00000000-0000-0000-0000-000000000000}"/>
          </ac:grpSpMkLst>
        </pc:grpChg>
        <pc:grpChg chg="del mod">
          <ac:chgData name="Samyak Jagtap" userId="fab308c070b6e54d" providerId="LiveId" clId="{C333D098-6AF2-48AA-ACB1-99C10C6737E7}" dt="2026-04-01T05:15:23.252" v="437" actId="478"/>
          <ac:grpSpMkLst>
            <pc:docMk/>
            <pc:sldMk cId="0" sldId="261"/>
            <ac:grpSpMk id="234" creationId="{00000000-0000-0000-0000-000000000000}"/>
          </ac:grpSpMkLst>
        </pc:grpChg>
      </pc:sldChg>
      <pc:sldChg chg="addSp delSp modSp mod">
        <pc:chgData name="Samyak Jagtap" userId="fab308c070b6e54d" providerId="LiveId" clId="{C333D098-6AF2-48AA-ACB1-99C10C6737E7}" dt="2026-04-01T05:13:02.248" v="408" actId="20577"/>
        <pc:sldMkLst>
          <pc:docMk/>
          <pc:sldMk cId="0" sldId="262"/>
        </pc:sldMkLst>
        <pc:spChg chg="add mod">
          <ac:chgData name="Samyak Jagtap" userId="fab308c070b6e54d" providerId="LiveId" clId="{C333D098-6AF2-48AA-ACB1-99C10C6737E7}" dt="2026-03-31T17:23:01.702" v="124" actId="14100"/>
          <ac:spMkLst>
            <pc:docMk/>
            <pc:sldMk cId="0" sldId="262"/>
            <ac:spMk id="2" creationId="{DB9E0E3D-962B-E742-8100-3195CB952C29}"/>
          </ac:spMkLst>
        </pc:spChg>
        <pc:spChg chg="add">
          <ac:chgData name="Samyak Jagtap" userId="fab308c070b6e54d" providerId="LiveId" clId="{C333D098-6AF2-48AA-ACB1-99C10C6737E7}" dt="2026-03-31T17:22:52.842" v="123"/>
          <ac:spMkLst>
            <pc:docMk/>
            <pc:sldMk cId="0" sldId="262"/>
            <ac:spMk id="3" creationId="{4ED1B1A4-497B-F363-6DEE-E38CFC4C3842}"/>
          </ac:spMkLst>
        </pc:spChg>
        <pc:spChg chg="add del mod">
          <ac:chgData name="Samyak Jagtap" userId="fab308c070b6e54d" providerId="LiveId" clId="{C333D098-6AF2-48AA-ACB1-99C10C6737E7}" dt="2026-03-31T17:27:00.411" v="140"/>
          <ac:spMkLst>
            <pc:docMk/>
            <pc:sldMk cId="0" sldId="262"/>
            <ac:spMk id="6" creationId="{239B9292-412F-E973-874B-3E1A5600FCDA}"/>
          </ac:spMkLst>
        </pc:spChg>
        <pc:spChg chg="add del mod">
          <ac:chgData name="Samyak Jagtap" userId="fab308c070b6e54d" providerId="LiveId" clId="{C333D098-6AF2-48AA-ACB1-99C10C6737E7}" dt="2026-03-31T17:27:09.354" v="143"/>
          <ac:spMkLst>
            <pc:docMk/>
            <pc:sldMk cId="0" sldId="262"/>
            <ac:spMk id="7" creationId="{821839A8-5F5B-3747-6FEB-CC3CF7BB2ED3}"/>
          </ac:spMkLst>
        </pc:spChg>
        <pc:spChg chg="add mod">
          <ac:chgData name="Samyak Jagtap" userId="fab308c070b6e54d" providerId="LiveId" clId="{C333D098-6AF2-48AA-ACB1-99C10C6737E7}" dt="2026-04-01T05:13:02.248" v="408" actId="20577"/>
          <ac:spMkLst>
            <pc:docMk/>
            <pc:sldMk cId="0" sldId="262"/>
            <ac:spMk id="8" creationId="{F9FAEC61-3AF7-D466-6D05-879B16D34156}"/>
          </ac:spMkLst>
        </pc:spChg>
        <pc:spChg chg="mod">
          <ac:chgData name="Samyak Jagtap" userId="fab308c070b6e54d" providerId="LiveId" clId="{C333D098-6AF2-48AA-ACB1-99C10C6737E7}" dt="2026-03-31T17:23:01.702" v="124" actId="14100"/>
          <ac:spMkLst>
            <pc:docMk/>
            <pc:sldMk cId="0" sldId="262"/>
            <ac:spMk id="250" creationId="{00000000-0000-0000-0000-000000000000}"/>
          </ac:spMkLst>
        </pc:spChg>
        <pc:spChg chg="mod">
          <ac:chgData name="Samyak Jagtap" userId="fab308c070b6e54d" providerId="LiveId" clId="{C333D098-6AF2-48AA-ACB1-99C10C6737E7}" dt="2026-03-31T17:23:01.702" v="124" actId="14100"/>
          <ac:spMkLst>
            <pc:docMk/>
            <pc:sldMk cId="0" sldId="262"/>
            <ac:spMk id="251" creationId="{00000000-0000-0000-0000-000000000000}"/>
          </ac:spMkLst>
        </pc:spChg>
        <pc:spChg chg="ord">
          <ac:chgData name="Samyak Jagtap" userId="fab308c070b6e54d" providerId="LiveId" clId="{C333D098-6AF2-48AA-ACB1-99C10C6737E7}" dt="2026-03-31T17:28:18.102" v="158" actId="166"/>
          <ac:spMkLst>
            <pc:docMk/>
            <pc:sldMk cId="0" sldId="262"/>
            <ac:spMk id="253" creationId="{00000000-0000-0000-0000-000000000000}"/>
          </ac:spMkLst>
        </pc:spChg>
        <pc:spChg chg="mod">
          <ac:chgData name="Samyak Jagtap" userId="fab308c070b6e54d" providerId="LiveId" clId="{C333D098-6AF2-48AA-ACB1-99C10C6737E7}" dt="2026-03-31T16:41:50.912" v="47" actId="1076"/>
          <ac:spMkLst>
            <pc:docMk/>
            <pc:sldMk cId="0" sldId="262"/>
            <ac:spMk id="263" creationId="{00000000-0000-0000-0000-000000000000}"/>
          </ac:spMkLst>
        </pc:spChg>
        <pc:grpChg chg="mod">
          <ac:chgData name="Samyak Jagtap" userId="fab308c070b6e54d" providerId="LiveId" clId="{C333D098-6AF2-48AA-ACB1-99C10C6737E7}" dt="2026-03-31T17:27:10.141" v="144" actId="1076"/>
          <ac:grpSpMkLst>
            <pc:docMk/>
            <pc:sldMk cId="0" sldId="262"/>
            <ac:grpSpMk id="249" creationId="{00000000-0000-0000-0000-000000000000}"/>
          </ac:grpSpMkLst>
        </pc:grpChg>
        <pc:picChg chg="add mod">
          <ac:chgData name="Samyak Jagtap" userId="fab308c070b6e54d" providerId="LiveId" clId="{C333D098-6AF2-48AA-ACB1-99C10C6737E7}" dt="2026-03-31T17:28:12.599" v="157" actId="1076"/>
          <ac:picMkLst>
            <pc:docMk/>
            <pc:sldMk cId="0" sldId="262"/>
            <ac:picMk id="5" creationId="{0748A8DE-7C11-2467-6FD9-67C587B4B0E6}"/>
          </ac:picMkLst>
        </pc:picChg>
      </pc:sldChg>
      <pc:sldChg chg="addSp delSp modSp mod modNotes">
        <pc:chgData name="Samyak Jagtap" userId="fab308c070b6e54d" providerId="LiveId" clId="{C333D098-6AF2-48AA-ACB1-99C10C6737E7}" dt="2026-04-01T07:00:37.007" v="569" actId="1076"/>
        <pc:sldMkLst>
          <pc:docMk/>
          <pc:sldMk cId="0" sldId="263"/>
        </pc:sldMkLst>
        <pc:spChg chg="add del mod">
          <ac:chgData name="Samyak Jagtap" userId="fab308c070b6e54d" providerId="LiveId" clId="{C333D098-6AF2-48AA-ACB1-99C10C6737E7}" dt="2026-03-31T16:41:51.597" v="48" actId="47"/>
          <ac:spMkLst>
            <pc:docMk/>
            <pc:sldMk cId="0" sldId="263"/>
            <ac:spMk id="2" creationId="{66176A4F-4E7B-D86F-E9CE-0223181B0BAD}"/>
          </ac:spMkLst>
        </pc:spChg>
        <pc:spChg chg="add mod">
          <ac:chgData name="Samyak Jagtap" userId="fab308c070b6e54d" providerId="LiveId" clId="{C333D098-6AF2-48AA-ACB1-99C10C6737E7}" dt="2026-03-31T16:42:25.294" v="51"/>
          <ac:spMkLst>
            <pc:docMk/>
            <pc:sldMk cId="0" sldId="263"/>
            <ac:spMk id="3" creationId="{34B70AAC-191F-1739-1A7D-C6F4C9E327CB}"/>
          </ac:spMkLst>
        </pc:spChg>
        <pc:spChg chg="add mod">
          <ac:chgData name="Samyak Jagtap" userId="fab308c070b6e54d" providerId="LiveId" clId="{C333D098-6AF2-48AA-ACB1-99C10C6737E7}" dt="2026-03-31T16:42:35.535" v="52"/>
          <ac:spMkLst>
            <pc:docMk/>
            <pc:sldMk cId="0" sldId="263"/>
            <ac:spMk id="4" creationId="{B8AB3137-774C-410F-0B68-D9923D721010}"/>
          </ac:spMkLst>
        </pc:spChg>
        <pc:spChg chg="add mod">
          <ac:chgData name="Samyak Jagtap" userId="fab308c070b6e54d" providerId="LiveId" clId="{C333D098-6AF2-48AA-ACB1-99C10C6737E7}" dt="2026-03-31T16:42:48.483" v="53"/>
          <ac:spMkLst>
            <pc:docMk/>
            <pc:sldMk cId="0" sldId="263"/>
            <ac:spMk id="5" creationId="{A2556CAD-8EE9-795E-9CEA-DD7DB188BD95}"/>
          </ac:spMkLst>
        </pc:spChg>
        <pc:spChg chg="add mod ord">
          <ac:chgData name="Samyak Jagtap" userId="fab308c070b6e54d" providerId="LiveId" clId="{C333D098-6AF2-48AA-ACB1-99C10C6737E7}" dt="2026-03-31T16:43:24.989" v="56" actId="170"/>
          <ac:spMkLst>
            <pc:docMk/>
            <pc:sldMk cId="0" sldId="263"/>
            <ac:spMk id="6" creationId="{F0E5BCE8-67E6-0A78-8529-E1C12C051438}"/>
          </ac:spMkLst>
        </pc:spChg>
        <pc:spChg chg="add mod">
          <ac:chgData name="Samyak Jagtap" userId="fab308c070b6e54d" providerId="LiveId" clId="{C333D098-6AF2-48AA-ACB1-99C10C6737E7}" dt="2026-03-31T16:43:39.093" v="57"/>
          <ac:spMkLst>
            <pc:docMk/>
            <pc:sldMk cId="0" sldId="263"/>
            <ac:spMk id="7" creationId="{5CE25237-3E46-6F47-B767-FA502633AC65}"/>
          </ac:spMkLst>
        </pc:spChg>
        <pc:spChg chg="add mod">
          <ac:chgData name="Samyak Jagtap" userId="fab308c070b6e54d" providerId="LiveId" clId="{C333D098-6AF2-48AA-ACB1-99C10C6737E7}" dt="2026-03-31T16:43:53.192" v="58"/>
          <ac:spMkLst>
            <pc:docMk/>
            <pc:sldMk cId="0" sldId="263"/>
            <ac:spMk id="8" creationId="{4F9B5177-C421-77AC-0151-C87F84A32986}"/>
          </ac:spMkLst>
        </pc:spChg>
        <pc:spChg chg="add mod">
          <ac:chgData name="Samyak Jagtap" userId="fab308c070b6e54d" providerId="LiveId" clId="{C333D098-6AF2-48AA-ACB1-99C10C6737E7}" dt="2026-03-31T16:47:52.327" v="112" actId="20577"/>
          <ac:spMkLst>
            <pc:docMk/>
            <pc:sldMk cId="0" sldId="263"/>
            <ac:spMk id="9" creationId="{0C7340C4-DA42-BEE7-46C1-4B0C5D053C69}"/>
          </ac:spMkLst>
        </pc:spChg>
        <pc:spChg chg="add del mod">
          <ac:chgData name="Samyak Jagtap" userId="fab308c070b6e54d" providerId="LiveId" clId="{C333D098-6AF2-48AA-ACB1-99C10C6737E7}" dt="2026-03-31T16:44:44.025" v="66"/>
          <ac:spMkLst>
            <pc:docMk/>
            <pc:sldMk cId="0" sldId="263"/>
            <ac:spMk id="10" creationId="{4C84C07B-3CEC-B7D3-8450-46FA595BB010}"/>
          </ac:spMkLst>
        </pc:spChg>
        <pc:spChg chg="mod">
          <ac:chgData name="Samyak Jagtap" userId="fab308c070b6e54d" providerId="LiveId" clId="{C333D098-6AF2-48AA-ACB1-99C10C6737E7}" dt="2026-04-01T07:00:37.007" v="569" actId="1076"/>
          <ac:spMkLst>
            <pc:docMk/>
            <pc:sldMk cId="0" sldId="263"/>
            <ac:spMk id="283" creationId="{00000000-0000-0000-0000-000000000000}"/>
          </ac:spMkLst>
        </pc:spChg>
      </pc:sldChg>
      <pc:sldChg chg="addSp delSp modSp mod modNotes">
        <pc:chgData name="Samyak Jagtap" userId="fab308c070b6e54d" providerId="LiveId" clId="{C333D098-6AF2-48AA-ACB1-99C10C6737E7}" dt="2026-04-01T05:46:47.955" v="447" actId="14100"/>
        <pc:sldMkLst>
          <pc:docMk/>
          <pc:sldMk cId="0" sldId="264"/>
        </pc:sldMkLst>
        <pc:spChg chg="add mod">
          <ac:chgData name="Samyak Jagtap" userId="fab308c070b6e54d" providerId="LiveId" clId="{C333D098-6AF2-48AA-ACB1-99C10C6737E7}" dt="2026-04-01T05:46:47.955" v="447" actId="14100"/>
          <ac:spMkLst>
            <pc:docMk/>
            <pc:sldMk cId="0" sldId="264"/>
            <ac:spMk id="2" creationId="{B5399649-3DDE-22BA-F217-D4A44E6B4DD8}"/>
          </ac:spMkLst>
        </pc:spChg>
        <pc:spChg chg="add del mod">
          <ac:chgData name="Samyak Jagtap" userId="fab308c070b6e54d" providerId="LiveId" clId="{C333D098-6AF2-48AA-ACB1-99C10C6737E7}" dt="2026-03-31T16:46:11.456" v="85"/>
          <ac:spMkLst>
            <pc:docMk/>
            <pc:sldMk cId="0" sldId="264"/>
            <ac:spMk id="3" creationId="{F9F715B1-F52B-4E79-543E-313E6E7A4490}"/>
          </ac:spMkLst>
        </pc:spChg>
        <pc:spChg chg="add mod">
          <ac:chgData name="Samyak Jagtap" userId="fab308c070b6e54d" providerId="LiveId" clId="{C333D098-6AF2-48AA-ACB1-99C10C6737E7}" dt="2026-03-31T16:45:53.090" v="79"/>
          <ac:spMkLst>
            <pc:docMk/>
            <pc:sldMk cId="0" sldId="264"/>
            <ac:spMk id="4" creationId="{D8C2C2E0-5598-1F1B-2F24-7C192FBF34E8}"/>
          </ac:spMkLst>
        </pc:spChg>
      </pc:sldChg>
      <pc:sldChg chg="modSp mod">
        <pc:chgData name="Samyak Jagtap" userId="fab308c070b6e54d" providerId="LiveId" clId="{C333D098-6AF2-48AA-ACB1-99C10C6737E7}" dt="2026-03-31T16:41:54.885" v="50" actId="14100"/>
        <pc:sldMkLst>
          <pc:docMk/>
          <pc:sldMk cId="0" sldId="265"/>
        </pc:sldMkLst>
        <pc:spChg chg="mod">
          <ac:chgData name="Samyak Jagtap" userId="fab308c070b6e54d" providerId="LiveId" clId="{C333D098-6AF2-48AA-ACB1-99C10C6737E7}" dt="2026-03-31T16:41:54.885" v="50" actId="14100"/>
          <ac:spMkLst>
            <pc:docMk/>
            <pc:sldMk cId="0" sldId="265"/>
            <ac:spMk id="4" creationId="{378305F1-FF05-4288-F3C9-295C56C5FE58}"/>
          </ac:spMkLst>
        </pc:spChg>
      </pc:sldChg>
      <pc:sldChg chg="addSp delSp modSp mod">
        <pc:chgData name="Samyak Jagtap" userId="fab308c070b6e54d" providerId="LiveId" clId="{C333D098-6AF2-48AA-ACB1-99C10C6737E7}" dt="2026-04-01T03:06:37.197" v="272" actId="1076"/>
        <pc:sldMkLst>
          <pc:docMk/>
          <pc:sldMk cId="0" sldId="266"/>
        </pc:sldMkLst>
        <pc:spChg chg="del mod">
          <ac:chgData name="Samyak Jagtap" userId="fab308c070b6e54d" providerId="LiveId" clId="{C333D098-6AF2-48AA-ACB1-99C10C6737E7}" dt="2026-03-31T17:28:45.132" v="161"/>
          <ac:spMkLst>
            <pc:docMk/>
            <pc:sldMk cId="0" sldId="266"/>
            <ac:spMk id="2" creationId="{8A893C0F-DBB9-2E24-0EA8-3031F4E36F56}"/>
          </ac:spMkLst>
        </pc:spChg>
        <pc:spChg chg="add mod">
          <ac:chgData name="Samyak Jagtap" userId="fab308c070b6e54d" providerId="LiveId" clId="{C333D098-6AF2-48AA-ACB1-99C10C6737E7}" dt="2026-04-01T03:06:37.197" v="272" actId="1076"/>
          <ac:spMkLst>
            <pc:docMk/>
            <pc:sldMk cId="0" sldId="266"/>
            <ac:spMk id="2" creationId="{CB63BA24-F63C-3B42-6197-D384B7278D3A}"/>
          </ac:spMkLst>
        </pc:spChg>
      </pc:sldChg>
      <pc:sldChg chg="addSp delSp modSp add mod setBg">
        <pc:chgData name="Samyak Jagtap" userId="fab308c070b6e54d" providerId="LiveId" clId="{C333D098-6AF2-48AA-ACB1-99C10C6737E7}" dt="2026-04-01T07:03:33.571" v="622" actId="1076"/>
        <pc:sldMkLst>
          <pc:docMk/>
          <pc:sldMk cId="474306975" sldId="267"/>
        </pc:sldMkLst>
        <pc:spChg chg="del mod">
          <ac:chgData name="Samyak Jagtap" userId="fab308c070b6e54d" providerId="LiveId" clId="{C333D098-6AF2-48AA-ACB1-99C10C6737E7}" dt="2026-04-01T06:58:33.255" v="556" actId="478"/>
          <ac:spMkLst>
            <pc:docMk/>
            <pc:sldMk cId="474306975" sldId="267"/>
            <ac:spMk id="2" creationId="{82C04A16-C7B1-9FA3-BDC9-BAB7CF0F96E7}"/>
          </ac:spMkLst>
        </pc:spChg>
        <pc:spChg chg="mod">
          <ac:chgData name="Samyak Jagtap" userId="fab308c070b6e54d" providerId="LiveId" clId="{C333D098-6AF2-48AA-ACB1-99C10C6737E7}" dt="2026-04-01T07:03:24.080" v="621" actId="255"/>
          <ac:spMkLst>
            <pc:docMk/>
            <pc:sldMk cId="474306975" sldId="267"/>
            <ac:spMk id="355" creationId="{73A87F9C-6C0E-35BF-5813-5692686C9260}"/>
          </ac:spMkLst>
        </pc:spChg>
        <pc:spChg chg="del mod">
          <ac:chgData name="Samyak Jagtap" userId="fab308c070b6e54d" providerId="LiveId" clId="{C333D098-6AF2-48AA-ACB1-99C10C6737E7}" dt="2026-04-01T06:59:29.225" v="567" actId="478"/>
          <ac:spMkLst>
            <pc:docMk/>
            <pc:sldMk cId="474306975" sldId="267"/>
            <ac:spMk id="356" creationId="{C4ACEE4D-A638-8C10-0332-54D8A5301EEF}"/>
          </ac:spMkLst>
        </pc:spChg>
        <pc:grpChg chg="mod">
          <ac:chgData name="Samyak Jagtap" userId="fab308c070b6e54d" providerId="LiveId" clId="{C333D098-6AF2-48AA-ACB1-99C10C6737E7}" dt="2026-04-01T06:58:27.068" v="551" actId="1076"/>
          <ac:grpSpMkLst>
            <pc:docMk/>
            <pc:sldMk cId="474306975" sldId="267"/>
            <ac:grpSpMk id="343" creationId="{2765DB54-C086-8389-9714-2C45601C7313}"/>
          </ac:grpSpMkLst>
        </pc:grpChg>
        <pc:grpChg chg="mod">
          <ac:chgData name="Samyak Jagtap" userId="fab308c070b6e54d" providerId="LiveId" clId="{C333D098-6AF2-48AA-ACB1-99C10C6737E7}" dt="2026-04-01T07:03:33.571" v="622" actId="1076"/>
          <ac:grpSpMkLst>
            <pc:docMk/>
            <pc:sldMk cId="474306975" sldId="267"/>
            <ac:grpSpMk id="353" creationId="{A814DB65-7631-9A7C-3216-6914D2B2D8EF}"/>
          </ac:grpSpMkLst>
        </pc:grpChg>
        <pc:picChg chg="add mod">
          <ac:chgData name="Samyak Jagtap" userId="fab308c070b6e54d" providerId="LiveId" clId="{C333D098-6AF2-48AA-ACB1-99C10C6737E7}" dt="2026-04-01T06:59:20.056" v="564" actId="1076"/>
          <ac:picMkLst>
            <pc:docMk/>
            <pc:sldMk cId="474306975" sldId="267"/>
            <ac:picMk id="4" creationId="{E63F5E2D-6965-A643-86F7-DC931DBE6DA1}"/>
          </ac:picMkLst>
        </pc:picChg>
        <pc:picChg chg="add mod">
          <ac:chgData name="Samyak Jagtap" userId="fab308c070b6e54d" providerId="LiveId" clId="{C333D098-6AF2-48AA-ACB1-99C10C6737E7}" dt="2026-04-01T06:59:25.163" v="565" actId="1076"/>
          <ac:picMkLst>
            <pc:docMk/>
            <pc:sldMk cId="474306975" sldId="267"/>
            <ac:picMk id="6" creationId="{5DB819BC-EAFA-0ECE-5E42-5BEE3CB86FEA}"/>
          </ac:picMkLst>
        </pc:picChg>
      </pc:sldChg>
      <pc:sldChg chg="addSp delSp modSp add del mod">
        <pc:chgData name="Samyak Jagtap" userId="fab308c070b6e54d" providerId="LiveId" clId="{C333D098-6AF2-48AA-ACB1-99C10C6737E7}" dt="2026-04-01T05:54:19.174" v="507" actId="47"/>
        <pc:sldMkLst>
          <pc:docMk/>
          <pc:sldMk cId="3169786225" sldId="267"/>
        </pc:sldMkLst>
        <pc:spChg chg="del">
          <ac:chgData name="Samyak Jagtap" userId="fab308c070b6e54d" providerId="LiveId" clId="{C333D098-6AF2-48AA-ACB1-99C10C6737E7}" dt="2026-04-01T05:47:38.825" v="453" actId="478"/>
          <ac:spMkLst>
            <pc:docMk/>
            <pc:sldMk cId="3169786225" sldId="267"/>
            <ac:spMk id="2" creationId="{A9BC204D-754C-D407-2AA9-1DDE470AC6EE}"/>
          </ac:spMkLst>
        </pc:spChg>
        <pc:spChg chg="del mod">
          <ac:chgData name="Samyak Jagtap" userId="fab308c070b6e54d" providerId="LiveId" clId="{C333D098-6AF2-48AA-ACB1-99C10C6737E7}" dt="2026-04-01T05:49:13.425" v="484"/>
          <ac:spMkLst>
            <pc:docMk/>
            <pc:sldMk cId="3169786225" sldId="267"/>
            <ac:spMk id="306" creationId="{5D4E35F5-119B-533F-60A6-AAAA509EDA6B}"/>
          </ac:spMkLst>
        </pc:spChg>
        <pc:grpChg chg="del">
          <ac:chgData name="Samyak Jagtap" userId="fab308c070b6e54d" providerId="LiveId" clId="{C333D098-6AF2-48AA-ACB1-99C10C6737E7}" dt="2026-04-01T05:49:14.852" v="485" actId="478"/>
          <ac:grpSpMkLst>
            <pc:docMk/>
            <pc:sldMk cId="3169786225" sldId="267"/>
            <ac:grpSpMk id="300" creationId="{DEF7AB10-A697-8E37-25E9-2068C5484D08}"/>
          </ac:grpSpMkLst>
        </pc:grpChg>
        <pc:grpChg chg="del">
          <ac:chgData name="Samyak Jagtap" userId="fab308c070b6e54d" providerId="LiveId" clId="{C333D098-6AF2-48AA-ACB1-99C10C6737E7}" dt="2026-04-01T05:49:13.423" v="482" actId="478"/>
          <ac:grpSpMkLst>
            <pc:docMk/>
            <pc:sldMk cId="3169786225" sldId="267"/>
            <ac:grpSpMk id="303" creationId="{0F4551E6-BB60-5C9B-B592-7354A749FB1A}"/>
          </ac:grpSpMkLst>
        </pc:grpChg>
        <pc:picChg chg="add mod">
          <ac:chgData name="Samyak Jagtap" userId="fab308c070b6e54d" providerId="LiveId" clId="{C333D098-6AF2-48AA-ACB1-99C10C6737E7}" dt="2026-04-01T05:51:33.354" v="506" actId="14100"/>
          <ac:picMkLst>
            <pc:docMk/>
            <pc:sldMk cId="3169786225" sldId="267"/>
            <ac:picMk id="4" creationId="{4A70D69D-C226-5F3E-CEFC-2DFCD9136B93}"/>
          </ac:picMkLst>
        </pc:picChg>
        <pc:picChg chg="add mod">
          <ac:chgData name="Samyak Jagtap" userId="fab308c070b6e54d" providerId="LiveId" clId="{C333D098-6AF2-48AA-ACB1-99C10C6737E7}" dt="2026-04-01T05:51:28.583" v="505" actId="1076"/>
          <ac:picMkLst>
            <pc:docMk/>
            <pc:sldMk cId="3169786225" sldId="267"/>
            <ac:picMk id="6" creationId="{3081AEF6-545D-2C25-82CC-DBF808646BD3}"/>
          </ac:picMkLst>
        </pc:picChg>
      </pc:sldChg>
      <pc:sldChg chg="new del">
        <pc:chgData name="Samyak Jagtap" userId="fab308c070b6e54d" providerId="LiveId" clId="{C333D098-6AF2-48AA-ACB1-99C10C6737E7}" dt="2026-04-01T05:47:23.370" v="451" actId="47"/>
        <pc:sldMkLst>
          <pc:docMk/>
          <pc:sldMk cId="3706545149" sldId="267"/>
        </pc:sldMkLst>
      </pc:sldChg>
      <pc:sldChg chg="add del">
        <pc:chgData name="Samyak Jagtap" userId="fab308c070b6e54d" providerId="LiveId" clId="{C333D098-6AF2-48AA-ACB1-99C10C6737E7}" dt="2026-04-01T05:47:20.822" v="450" actId="47"/>
        <pc:sldMkLst>
          <pc:docMk/>
          <pc:sldMk cId="3457693413" sldId="268"/>
        </pc:sldMkLst>
      </pc:sldChg>
      <pc:sldMasterChg chg="delSldLayout">
        <pc:chgData name="Samyak Jagtap" userId="fab308c070b6e54d" providerId="LiveId" clId="{C333D098-6AF2-48AA-ACB1-99C10C6737E7}" dt="2026-04-01T05:47:23.370" v="451" actId="47"/>
        <pc:sldMasterMkLst>
          <pc:docMk/>
          <pc:sldMasterMk cId="0" sldId="2147483648"/>
        </pc:sldMasterMkLst>
        <pc:sldLayoutChg chg="del">
          <pc:chgData name="Samyak Jagtap" userId="fab308c070b6e54d" providerId="LiveId" clId="{C333D098-6AF2-48AA-ACB1-99C10C6737E7}" dt="2026-04-01T05:47:23.370" v="451" actId="47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ca87ee7d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g3dca87ee7d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FAB6CFE4-3683-5265-E1E6-BE36D261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>
            <a:extLst>
              <a:ext uri="{FF2B5EF4-FFF2-40B4-BE49-F238E27FC236}">
                <a16:creationId xmlns:a16="http://schemas.microsoft.com/office/drawing/2014/main" id="{5B2A5328-1AE4-0881-F2F6-E87AE4F26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10:notes">
            <a:extLst>
              <a:ext uri="{FF2B5EF4-FFF2-40B4-BE49-F238E27FC236}">
                <a16:creationId xmlns:a16="http://schemas.microsoft.com/office/drawing/2014/main" id="{5EA4F20B-F52F-EF9E-FBB3-2E8B5EDE1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9210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owasp.org/www-project-top-ten/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www.mongodb.com/docs/atla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hyperlink" Target="https://www.jwt.io/introduction#what-is-json-web-token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nodejs.org/docs/latest/ap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2700000">
            <a:off x="8291685" y="1839528"/>
            <a:ext cx="6940602" cy="7021937"/>
            <a:chOff x="0" y="-9525"/>
            <a:chExt cx="812800" cy="82232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10588"/>
              </a:srgbClr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875" tIns="29875" rIns="29875" bIns="29875" anchor="ctr" anchorCtr="0">
              <a:noAutofit/>
            </a:bodyPr>
            <a:lstStyle/>
            <a:p>
              <a:pPr marL="0" marR="0" lvl="0" indent="0" algn="ctr" rtl="0">
                <a:lnSpc>
                  <a:spcPct val="6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-2700000">
            <a:off x="1292914" y="2202376"/>
            <a:ext cx="6258649" cy="6331993"/>
            <a:chOff x="0" y="-9525"/>
            <a:chExt cx="812800" cy="822325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8235"/>
              </a:srgbClr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950" tIns="26950" rIns="26950" bIns="26950" anchor="ctr" anchorCtr="0">
              <a:noAutofit/>
            </a:bodyPr>
            <a:lstStyle/>
            <a:p>
              <a:pPr marL="0" marR="0" lvl="0" indent="0" algn="ctr" rtl="0">
                <a:lnSpc>
                  <a:spcPct val="6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3"/>
                <a:buFont typeface="Arial"/>
                <a:buNone/>
              </a:pPr>
              <a:endParaRPr sz="16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-2700000">
            <a:off x="10206907" y="1061549"/>
            <a:ext cx="6264627" cy="7439244"/>
            <a:chOff x="0" y="-152400"/>
            <a:chExt cx="812800" cy="9652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9803"/>
              </a:srgbClr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975" tIns="26975" rIns="26975" bIns="26975" anchor="ctr" anchorCtr="0">
              <a:noAutofit/>
            </a:bodyPr>
            <a:lstStyle/>
            <a:p>
              <a:pPr marL="0" marR="0" lvl="0" indent="0" algn="ctr" rtl="0">
                <a:lnSpc>
                  <a:spcPct val="65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5"/>
                <a:buFont typeface="Arial"/>
                <a:buNone/>
              </a:pPr>
              <a:endParaRPr sz="162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 rot="-2700000">
            <a:off x="2447827" y="1776177"/>
            <a:ext cx="6940602" cy="7021937"/>
            <a:chOff x="0" y="-9525"/>
            <a:chExt cx="812800" cy="82232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9803"/>
              </a:srgbClr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875" tIns="29875" rIns="29875" bIns="29875" anchor="ctr" anchorCtr="0">
              <a:noAutofit/>
            </a:bodyPr>
            <a:lstStyle/>
            <a:p>
              <a:pPr marL="0" marR="0" lvl="0" indent="0" algn="ctr" rtl="0">
                <a:lnSpc>
                  <a:spcPct val="6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9423338" y="7155825"/>
            <a:ext cx="3370" cy="37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666100" y="1431400"/>
            <a:ext cx="87777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70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2"/>
              <a:buFont typeface="Arial"/>
              <a:buNone/>
            </a:pPr>
            <a:r>
              <a:rPr lang="en-US" sz="2202" b="1" i="0" u="none" strike="noStrike" cap="none">
                <a:solidFill>
                  <a:srgbClr val="050A30"/>
                </a:solidFill>
                <a:latin typeface="Arapey"/>
                <a:ea typeface="Arapey"/>
                <a:cs typeface="Arapey"/>
                <a:sym typeface="Arapey"/>
              </a:rPr>
              <a:t>(</a:t>
            </a:r>
            <a:r>
              <a:rPr lang="en-US" sz="2202" b="1">
                <a:solidFill>
                  <a:srgbClr val="050A30"/>
                </a:solidFill>
                <a:latin typeface="Arapey"/>
                <a:ea typeface="Arapey"/>
                <a:cs typeface="Arapey"/>
                <a:sym typeface="Arapey"/>
              </a:rPr>
              <a:t>AUTONOMOUS INSTITUTE </a:t>
            </a:r>
            <a:r>
              <a:rPr lang="en-US" sz="2202" b="1" i="0" u="none" strike="noStrike" cap="none">
                <a:solidFill>
                  <a:srgbClr val="050A30"/>
                </a:solidFill>
                <a:latin typeface="Arapey"/>
                <a:ea typeface="Arapey"/>
                <a:cs typeface="Arapey"/>
                <a:sym typeface="Arapey"/>
              </a:rPr>
              <a:t>AFFILIATED TO UNIVERSITY OF MUMBAI)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421012" y="500941"/>
            <a:ext cx="13445976" cy="41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3"/>
              <a:buFont typeface="Arial"/>
              <a:buNone/>
            </a:pPr>
            <a:r>
              <a:rPr lang="en-US" sz="2683" b="1" i="0" u="none" strike="noStrike" cap="none">
                <a:solidFill>
                  <a:srgbClr val="050A30"/>
                </a:solidFill>
                <a:latin typeface="Alice"/>
                <a:ea typeface="Alice"/>
                <a:cs typeface="Alice"/>
                <a:sym typeface="Alice"/>
              </a:rPr>
              <a:t>VIDYAVARDHINI’S COLLEGE OF ENGINEERING AND TECHNOLOGY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50153" y="8895925"/>
            <a:ext cx="34539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9"/>
              <a:buFont typeface="Arial"/>
              <a:buNone/>
            </a:pPr>
            <a:r>
              <a:rPr lang="en-US" sz="2139" b="1" i="0" u="none" strike="noStrike" cap="none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 ASSOCIATION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9"/>
              <a:buFont typeface="Arial"/>
              <a:buNone/>
            </a:pPr>
            <a:r>
              <a:rPr lang="en-US" sz="2139" b="1" i="0" u="none" strike="noStrike" cap="none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WITH </a:t>
            </a:r>
            <a:r>
              <a:rPr lang="en-US" sz="2139" b="1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STUDENT CHAPTERS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406276" y="9706968"/>
            <a:ext cx="2908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0"/>
              <a:buFont typeface="Arial"/>
              <a:buNone/>
            </a:pPr>
            <a:r>
              <a:rPr lang="en-US" sz="167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www.vcet.edu.in/VNPS202</a:t>
            </a:r>
            <a:r>
              <a:rPr lang="en-US" sz="1670" b="1">
                <a:solidFill>
                  <a:srgbClr val="050A30"/>
                </a:solidFill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2532081" y="8653175"/>
            <a:ext cx="1138542" cy="1119874"/>
          </a:xfrm>
          <a:custGeom>
            <a:avLst/>
            <a:gdLst/>
            <a:ahLst/>
            <a:cxnLst/>
            <a:rect l="l" t="t" r="r" b="b"/>
            <a:pathLst>
              <a:path w="1138542" h="1119874" extrusionOk="0">
                <a:moveTo>
                  <a:pt x="0" y="0"/>
                </a:moveTo>
                <a:lnTo>
                  <a:pt x="1138542" y="0"/>
                </a:lnTo>
                <a:lnTo>
                  <a:pt x="1138542" y="1119874"/>
                </a:lnTo>
                <a:lnTo>
                  <a:pt x="0" y="1119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30" b="-83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0888086" y="8568422"/>
            <a:ext cx="1163153" cy="1147690"/>
          </a:xfrm>
          <a:custGeom>
            <a:avLst/>
            <a:gdLst/>
            <a:ahLst/>
            <a:cxnLst/>
            <a:rect l="l" t="t" r="r" b="b"/>
            <a:pathLst>
              <a:path w="1163153" h="1147690" extrusionOk="0">
                <a:moveTo>
                  <a:pt x="0" y="0"/>
                </a:moveTo>
                <a:lnTo>
                  <a:pt x="1163153" y="0"/>
                </a:lnTo>
                <a:lnTo>
                  <a:pt x="1163153" y="1147690"/>
                </a:lnTo>
                <a:lnTo>
                  <a:pt x="0" y="1147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832" b="-831"/>
            </a:stretch>
          </a:blipFill>
          <a:ln>
            <a:noFill/>
          </a:ln>
        </p:spPr>
      </p:sp>
      <p:sp>
        <p:nvSpPr>
          <p:cNvPr id="103" name="Google Shape;103;p1"/>
          <p:cNvSpPr/>
          <p:nvPr/>
        </p:nvSpPr>
        <p:spPr>
          <a:xfrm>
            <a:off x="4080748" y="8568422"/>
            <a:ext cx="1145726" cy="1123441"/>
          </a:xfrm>
          <a:custGeom>
            <a:avLst/>
            <a:gdLst/>
            <a:ahLst/>
            <a:cxnLst/>
            <a:rect l="l" t="t" r="r" b="b"/>
            <a:pathLst>
              <a:path w="1145726" h="1123441" extrusionOk="0">
                <a:moveTo>
                  <a:pt x="0" y="0"/>
                </a:moveTo>
                <a:lnTo>
                  <a:pt x="1145726" y="0"/>
                </a:lnTo>
                <a:lnTo>
                  <a:pt x="1145726" y="1123441"/>
                </a:lnTo>
                <a:lnTo>
                  <a:pt x="0" y="1123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832" b="-831"/>
            </a:stretch>
          </a:blipFill>
          <a:ln>
            <a:noFill/>
          </a:ln>
        </p:spPr>
      </p:sp>
      <p:sp>
        <p:nvSpPr>
          <p:cNvPr id="104" name="Google Shape;104;p1"/>
          <p:cNvSpPr/>
          <p:nvPr/>
        </p:nvSpPr>
        <p:spPr>
          <a:xfrm>
            <a:off x="5624887" y="8653175"/>
            <a:ext cx="2289993" cy="827499"/>
          </a:xfrm>
          <a:custGeom>
            <a:avLst/>
            <a:gdLst/>
            <a:ahLst/>
            <a:cxnLst/>
            <a:rect l="l" t="t" r="r" b="b"/>
            <a:pathLst>
              <a:path w="2289993" h="827499" extrusionOk="0">
                <a:moveTo>
                  <a:pt x="0" y="0"/>
                </a:moveTo>
                <a:lnTo>
                  <a:pt x="2289994" y="0"/>
                </a:lnTo>
                <a:lnTo>
                  <a:pt x="2289994" y="827499"/>
                </a:lnTo>
                <a:lnTo>
                  <a:pt x="0" y="827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689" r="-521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8362885" y="8653175"/>
            <a:ext cx="2103914" cy="1185715"/>
          </a:xfrm>
          <a:custGeom>
            <a:avLst/>
            <a:gdLst/>
            <a:ahLst/>
            <a:cxnLst/>
            <a:rect l="l" t="t" r="r" b="b"/>
            <a:pathLst>
              <a:path w="2103914" h="1185715" extrusionOk="0">
                <a:moveTo>
                  <a:pt x="0" y="0"/>
                </a:moveTo>
                <a:lnTo>
                  <a:pt x="2103914" y="0"/>
                </a:lnTo>
                <a:lnTo>
                  <a:pt x="2103914" y="1185715"/>
                </a:lnTo>
                <a:lnTo>
                  <a:pt x="0" y="1185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156109" t="-142067" r="-157217" b="-181267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16014069" y="8498177"/>
            <a:ext cx="1146632" cy="1127831"/>
          </a:xfrm>
          <a:custGeom>
            <a:avLst/>
            <a:gdLst/>
            <a:ahLst/>
            <a:cxnLst/>
            <a:rect l="l" t="t" r="r" b="b"/>
            <a:pathLst>
              <a:path w="1146632" h="1127831" extrusionOk="0">
                <a:moveTo>
                  <a:pt x="0" y="0"/>
                </a:moveTo>
                <a:lnTo>
                  <a:pt x="1146632" y="0"/>
                </a:lnTo>
                <a:lnTo>
                  <a:pt x="1146632" y="1127831"/>
                </a:lnTo>
                <a:lnTo>
                  <a:pt x="0" y="1127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t="-832" b="-831"/>
            </a:stretch>
          </a:blipFill>
          <a:ln>
            <a:noFill/>
          </a:ln>
        </p:spPr>
      </p:sp>
      <p:sp>
        <p:nvSpPr>
          <p:cNvPr id="107" name="Google Shape;107;p1"/>
          <p:cNvSpPr txBox="1"/>
          <p:nvPr/>
        </p:nvSpPr>
        <p:spPr>
          <a:xfrm>
            <a:off x="14332753" y="9902719"/>
            <a:ext cx="11921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0878818" y="9863202"/>
            <a:ext cx="125193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2532081" y="9892865"/>
            <a:ext cx="1263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6410791" y="9863202"/>
            <a:ext cx="12649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4071452" y="9892865"/>
            <a:ext cx="127441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6032854" y="9863202"/>
            <a:ext cx="122644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893397" y="9863202"/>
            <a:ext cx="126351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8039899" y="2470719"/>
            <a:ext cx="2208203" cy="2417112"/>
          </a:xfrm>
          <a:custGeom>
            <a:avLst/>
            <a:gdLst/>
            <a:ahLst/>
            <a:cxnLst/>
            <a:rect l="l" t="t" r="r" b="b"/>
            <a:pathLst>
              <a:path w="2208203" h="2417112" extrusionOk="0">
                <a:moveTo>
                  <a:pt x="0" y="0"/>
                </a:moveTo>
                <a:lnTo>
                  <a:pt x="2208202" y="0"/>
                </a:lnTo>
                <a:lnTo>
                  <a:pt x="2208202" y="2417112"/>
                </a:lnTo>
                <a:lnTo>
                  <a:pt x="0" y="2417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832" b="-831"/>
            </a:stretch>
          </a:blipFill>
          <a:ln>
            <a:noFill/>
          </a:ln>
        </p:spPr>
      </p:sp>
      <p:sp>
        <p:nvSpPr>
          <p:cNvPr id="115" name="Google Shape;115;p1"/>
          <p:cNvSpPr txBox="1"/>
          <p:nvPr/>
        </p:nvSpPr>
        <p:spPr>
          <a:xfrm>
            <a:off x="3750369" y="5133975"/>
            <a:ext cx="11090400" cy="14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0"/>
              <a:buFont typeface="Arial"/>
              <a:buNone/>
            </a:pPr>
            <a:r>
              <a:rPr lang="en-US" sz="9430" b="0" i="0" u="none" strike="noStrike" cap="non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OS</a:t>
            </a:r>
            <a:r>
              <a:rPr lang="en-US" sz="9430">
                <a:latin typeface="NTR"/>
                <a:ea typeface="NTR"/>
                <a:cs typeface="NTR"/>
                <a:sym typeface="NTR"/>
              </a:rPr>
              <a:t>C</a:t>
            </a:r>
            <a:r>
              <a:rPr lang="en-US" sz="9430" b="0" i="0" u="none" strike="noStrike" cap="non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ILLATION</a:t>
            </a:r>
            <a:r>
              <a:rPr lang="en-US" sz="9430">
                <a:latin typeface="NTR"/>
                <a:ea typeface="NTR"/>
                <a:cs typeface="NTR"/>
                <a:sym typeface="NTR"/>
              </a:rPr>
              <a:t>S</a:t>
            </a:r>
            <a:r>
              <a:rPr lang="en-US" sz="9430" b="0" i="0" u="none" strike="noStrike" cap="non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’2</a:t>
            </a:r>
            <a:r>
              <a:rPr lang="en-US" sz="9430">
                <a:latin typeface="NTR"/>
                <a:ea typeface="NTR"/>
                <a:cs typeface="NTR"/>
                <a:sym typeface="NTR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006232" y="206854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7" name="Google Shape;117;p1"/>
          <p:cNvSpPr txBox="1"/>
          <p:nvPr/>
        </p:nvSpPr>
        <p:spPr>
          <a:xfrm>
            <a:off x="3075510" y="994736"/>
            <a:ext cx="11596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1" i="0" u="none" strike="noStrike" cap="none">
                <a:solidFill>
                  <a:srgbClr val="050A30"/>
                </a:solidFill>
                <a:latin typeface="Times"/>
                <a:ea typeface="Times"/>
                <a:cs typeface="Times"/>
                <a:sym typeface="Times"/>
              </a:rPr>
              <a:t>(NBA &amp; NAAC Accredited)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15524864" y="306959"/>
            <a:ext cx="2432363" cy="1349047"/>
          </a:xfrm>
          <a:custGeom>
            <a:avLst/>
            <a:gdLst/>
            <a:ahLst/>
            <a:cxnLst/>
            <a:rect l="l" t="t" r="r" b="b"/>
            <a:pathLst>
              <a:path w="2432363" h="1349047" extrusionOk="0">
                <a:moveTo>
                  <a:pt x="0" y="0"/>
                </a:moveTo>
                <a:lnTo>
                  <a:pt x="2432363" y="0"/>
                </a:lnTo>
                <a:lnTo>
                  <a:pt x="2432363" y="1349047"/>
                </a:lnTo>
                <a:lnTo>
                  <a:pt x="0" y="1349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pic>
        <p:nvPicPr>
          <p:cNvPr id="119" name="Google Shape;119;p1" title="image-removebg-preview (7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016069" y="8780009"/>
            <a:ext cx="1652563" cy="7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5" name="Google Shape;125;p2"/>
          <p:cNvGrpSpPr/>
          <p:nvPr/>
        </p:nvGrpSpPr>
        <p:grpSpPr>
          <a:xfrm>
            <a:off x="1028700" y="739376"/>
            <a:ext cx="16230707" cy="8518979"/>
            <a:chOff x="0" y="-76200"/>
            <a:chExt cx="4274726" cy="2243667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9" name="Google Shape;129;p2"/>
          <p:cNvGrpSpPr/>
          <p:nvPr/>
        </p:nvGrpSpPr>
        <p:grpSpPr>
          <a:xfrm>
            <a:off x="4832659" y="4543737"/>
            <a:ext cx="7944109" cy="1539784"/>
            <a:chOff x="0" y="-76200"/>
            <a:chExt cx="2092276" cy="40554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2092276" cy="329340"/>
            </a:xfrm>
            <a:custGeom>
              <a:avLst/>
              <a:gdLst/>
              <a:ahLst/>
              <a:cxnLst/>
              <a:rect l="l" t="t" r="r" b="b"/>
              <a:pathLst>
                <a:path w="2092276" h="329340" extrusionOk="0">
                  <a:moveTo>
                    <a:pt x="0" y="0"/>
                  </a:moveTo>
                  <a:lnTo>
                    <a:pt x="2092276" y="0"/>
                  </a:lnTo>
                  <a:lnTo>
                    <a:pt x="2092276" y="329340"/>
                  </a:lnTo>
                  <a:lnTo>
                    <a:pt x="0" y="329340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2092276" cy="405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"/>
          <p:cNvSpPr txBox="1"/>
          <p:nvPr/>
        </p:nvSpPr>
        <p:spPr>
          <a:xfrm>
            <a:off x="689414" y="1334356"/>
            <a:ext cx="1623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(Auto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nomous Institute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Affiliated to University of Mumbai)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89414" y="154282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135" name="Google Shape;135;p2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2631082" y="523875"/>
            <a:ext cx="1302583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lang="en-US" sz="2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VIDYAVARDHINI’S COLLEGE OF ENGINEERING AND TECHNOLOGY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3006604" y="928503"/>
            <a:ext cx="1159621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1" i="0" u="none" strike="noStrike" cap="none">
                <a:solidFill>
                  <a:srgbClr val="050A30"/>
                </a:solidFill>
                <a:latin typeface="Times"/>
                <a:ea typeface="Times"/>
                <a:cs typeface="Times"/>
                <a:sym typeface="Times"/>
              </a:rPr>
              <a:t>(NBA &amp; NAAC Accredited)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2827190" y="7207664"/>
            <a:ext cx="7435925" cy="27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buSzPts val="2600"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Group Member: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Aklesh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Harijan</a:t>
            </a:r>
          </a:p>
          <a:p>
            <a:pPr lvl="0">
              <a:lnSpc>
                <a:spcPct val="140000"/>
              </a:lnSpc>
              <a:buSzPts val="26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49- Sanskar Jadhav </a:t>
            </a:r>
          </a:p>
          <a:p>
            <a:pPr lvl="1">
              <a:lnSpc>
                <a:spcPct val="140000"/>
              </a:lnSpc>
              <a:buSzPts val="26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50- Samyak Jagtap </a:t>
            </a:r>
          </a:p>
          <a:p>
            <a:pPr lvl="1">
              <a:lnSpc>
                <a:spcPct val="140000"/>
              </a:lnSpc>
              <a:buSzPts val="26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52- Abhishek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Jambhale</a:t>
            </a:r>
            <a:endParaRPr lang="en-US" sz="2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>
              <a:lnSpc>
                <a:spcPct val="140000"/>
              </a:lnSpc>
              <a:buSzPts val="2600"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5147585" y="4930025"/>
            <a:ext cx="6825200" cy="109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lang="en-US" sz="3499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: </a:t>
            </a:r>
            <a:r>
              <a:rPr lang="en-US" sz="3499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InveXa</a:t>
            </a:r>
            <a:r>
              <a:rPr lang="en-US" sz="3499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lang="en-US" sz="3499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lang="en-IN" dirty="0"/>
              <a:t> </a:t>
            </a:r>
            <a:r>
              <a:rPr lang="en-IN" sz="1600" b="1" dirty="0"/>
              <a:t>A multistore  Grocery- Inventory  system  with  Demand  prediction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3504754" y="6397847"/>
            <a:ext cx="6879832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buSzPts val="2600"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No. 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– Mobile &amp; Web Application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84585" y="6397847"/>
            <a:ext cx="1988751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No:05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7800" y="2043866"/>
            <a:ext cx="7864770" cy="21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3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9" name="Google Shape;149;p3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3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3" name="Google Shape;153;p3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4" name="Google Shape;154;p3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3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6" name="Google Shape;156;p3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157" name="Google Shape;157;p3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158" name="Google Shape;158;p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3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1" name="Google Shape;161;p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3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3" name="Google Shape;163;p3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3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167" name="Google Shape;167;p3"/>
          <p:cNvSpPr/>
          <p:nvPr/>
        </p:nvSpPr>
        <p:spPr>
          <a:xfrm>
            <a:off x="189876" y="296181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BF088-C003-D9A1-E64B-67A26E72B287}"/>
              </a:ext>
            </a:extLst>
          </p:cNvPr>
          <p:cNvSpPr txBox="1"/>
          <p:nvPr/>
        </p:nvSpPr>
        <p:spPr>
          <a:xfrm>
            <a:off x="1756012" y="2641402"/>
            <a:ext cx="130822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Grocery inventory systems often lack real-time tracking, automation, and secure multi-store handling, causing waste and stock issues.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InveXa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MERN-based system with database isolation for secure multi-store operations.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Tracks products by expiry, batch, and location, with automated low-stock alerts to suppliers.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data analytics and AI for forecasting, demand insights, and reducing overstock, with scope for future expansion.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173" name="Google Shape;173;p4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4" name="Google Shape;174;p4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175" name="Google Shape;175;p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4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8" name="Google Shape;178;p4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9" name="Google Shape;179;p4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4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1" name="Google Shape;181;p4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182" name="Google Shape;182;p4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183" name="Google Shape;183;p4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4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6" name="Google Shape;186;p4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4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4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189876" y="306959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2" name="Google Shape;192;p4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5071C2-2236-9DB0-43CC-163595F7BD20}"/>
              </a:ext>
            </a:extLst>
          </p:cNvPr>
          <p:cNvSpPr txBox="1"/>
          <p:nvPr/>
        </p:nvSpPr>
        <p:spPr>
          <a:xfrm>
            <a:off x="1756013" y="2623038"/>
            <a:ext cx="12990691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Multi-outlet grocery stores struggle with real-time inventory tracking, expiry management, and affordable, specialized tools.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in Market: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solutions are either expensive enterprise systems (like SAP, Oracle) or basic SaaS tools lacking grocery-specific features.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InveXa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cost-effective, cloud-based system with per-store database isolation, RBAC roles, AI-driven reorder insights, and a lightweight frontend.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design, implementation, architecture, and future improvements are detailed across multiple sections. 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a87ee7d9_2_0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g3dca87ee7d9_2_0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9" name="Google Shape;199;g3dca87ee7d9_2_0"/>
          <p:cNvGrpSpPr/>
          <p:nvPr/>
        </p:nvGrpSpPr>
        <p:grpSpPr>
          <a:xfrm>
            <a:off x="1028700" y="739376"/>
            <a:ext cx="16230707" cy="8519105"/>
            <a:chOff x="0" y="-76200"/>
            <a:chExt cx="4274726" cy="2243700"/>
          </a:xfrm>
        </p:grpSpPr>
        <p:sp>
          <p:nvSpPr>
            <p:cNvPr id="200" name="Google Shape;200;g3dca87ee7d9_2_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dca87ee7d9_2_0"/>
            <p:cNvSpPr txBox="1"/>
            <p:nvPr/>
          </p:nvSpPr>
          <p:spPr>
            <a:xfrm>
              <a:off x="0" y="-76200"/>
              <a:ext cx="4274700" cy="22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dca87ee7d9_2_0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3" name="Google Shape;203;g3dca87ee7d9_2_0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4" name="Google Shape;204;g3dca87ee7d9_2_0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5" name="Google Shape;205;g3dca87ee7d9_2_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06" name="Google Shape;206;g3dca87ee7d9_2_0"/>
          <p:cNvGrpSpPr/>
          <p:nvPr/>
        </p:nvGrpSpPr>
        <p:grpSpPr>
          <a:xfrm>
            <a:off x="6341594" y="1300760"/>
            <a:ext cx="5481971" cy="1189971"/>
            <a:chOff x="0" y="-76200"/>
            <a:chExt cx="1785600" cy="387600"/>
          </a:xfrm>
        </p:grpSpPr>
        <p:sp>
          <p:nvSpPr>
            <p:cNvPr id="207" name="Google Shape;207;g3dca87ee7d9_2_0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08" name="Google Shape;208;g3dca87ee7d9_2_0"/>
            <p:cNvSpPr txBox="1"/>
            <p:nvPr/>
          </p:nvSpPr>
          <p:spPr>
            <a:xfrm>
              <a:off x="0" y="-76200"/>
              <a:ext cx="17856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g3dca87ee7d9_2_0"/>
          <p:cNvGrpSpPr/>
          <p:nvPr/>
        </p:nvGrpSpPr>
        <p:grpSpPr>
          <a:xfrm>
            <a:off x="6464822" y="1457783"/>
            <a:ext cx="5481971" cy="1189971"/>
            <a:chOff x="0" y="-76200"/>
            <a:chExt cx="1785600" cy="387600"/>
          </a:xfrm>
        </p:grpSpPr>
        <p:sp>
          <p:nvSpPr>
            <p:cNvPr id="210" name="Google Shape;210;g3dca87ee7d9_2_0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11" name="Google Shape;211;g3dca87ee7d9_2_0"/>
            <p:cNvSpPr txBox="1"/>
            <p:nvPr/>
          </p:nvSpPr>
          <p:spPr>
            <a:xfrm>
              <a:off x="0" y="-76200"/>
              <a:ext cx="17856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dca87ee7d9_2_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3" name="Google Shape;213;g3dca87ee7d9_2_0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4" name="Google Shape;214;g3dca87ee7d9_2_0"/>
          <p:cNvSpPr txBox="1"/>
          <p:nvPr/>
        </p:nvSpPr>
        <p:spPr>
          <a:xfrm>
            <a:off x="6587963" y="1803900"/>
            <a:ext cx="5235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/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dca87ee7d9_2_0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dca87ee7d9_2_0"/>
          <p:cNvSpPr/>
          <p:nvPr/>
        </p:nvSpPr>
        <p:spPr>
          <a:xfrm>
            <a:off x="189876" y="306959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7" name="Google Shape;217;g3dca87ee7d9_2_0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0" b="-480"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0F54F-0904-C937-D5D4-28D095EBA223}"/>
              </a:ext>
            </a:extLst>
          </p:cNvPr>
          <p:cNvSpPr txBox="1"/>
          <p:nvPr/>
        </p:nvSpPr>
        <p:spPr>
          <a:xfrm>
            <a:off x="1756013" y="2724216"/>
            <a:ext cx="131099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 Systems: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Costly and complex systems not suitable for small grocery businesses.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Tools: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Affordable tools but missing grocery-specific features like batch management, expiry tracking and proper data isolation.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Flexible tools but require high technical skills and lack AI features.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Methods: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 OTP, JWT, and database-per-tenant selected for security and efficiency. 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223" name="Google Shape;223;p5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24" name="Google Shape;224;p5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225" name="Google Shape;225;p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5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8" name="Google Shape;228;p5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p5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0" name="Google Shape;230;p5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2" name="Google Shape;232;p5"/>
          <p:cNvSpPr/>
          <p:nvPr/>
        </p:nvSpPr>
        <p:spPr>
          <a:xfrm>
            <a:off x="6341594" y="1534701"/>
            <a:ext cx="5675702" cy="1106701"/>
          </a:xfrm>
          <a:custGeom>
            <a:avLst/>
            <a:gdLst/>
            <a:ahLst/>
            <a:cxnLst/>
            <a:rect l="l" t="t" r="r" b="b"/>
            <a:pathLst>
              <a:path w="1785490" h="311251" extrusionOk="0">
                <a:moveTo>
                  <a:pt x="0" y="0"/>
                </a:moveTo>
                <a:lnTo>
                  <a:pt x="1785490" y="0"/>
                </a:lnTo>
                <a:lnTo>
                  <a:pt x="1785490" y="311251"/>
                </a:lnTo>
                <a:lnTo>
                  <a:pt x="0" y="311251"/>
                </a:lnTo>
                <a:close/>
              </a:path>
            </a:pathLst>
          </a:custGeom>
          <a:solidFill>
            <a:srgbClr val="EAD6FF"/>
          </a:solidFill>
          <a:ln>
            <a:noFill/>
          </a:ln>
        </p:spPr>
      </p:sp>
      <p:sp>
        <p:nvSpPr>
          <p:cNvPr id="235" name="Google Shape;235;p5"/>
          <p:cNvSpPr/>
          <p:nvPr/>
        </p:nvSpPr>
        <p:spPr>
          <a:xfrm>
            <a:off x="6438628" y="1631320"/>
            <a:ext cx="5675702" cy="1138446"/>
          </a:xfrm>
          <a:custGeom>
            <a:avLst/>
            <a:gdLst/>
            <a:ahLst/>
            <a:cxnLst/>
            <a:rect l="l" t="t" r="r" b="b"/>
            <a:pathLst>
              <a:path w="1785490" h="311251" extrusionOk="0">
                <a:moveTo>
                  <a:pt x="0" y="0"/>
                </a:moveTo>
                <a:lnTo>
                  <a:pt x="1785490" y="0"/>
                </a:lnTo>
                <a:lnTo>
                  <a:pt x="1785490" y="311251"/>
                </a:lnTo>
                <a:lnTo>
                  <a:pt x="0" y="31125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 cmpd="sng">
            <a:solidFill>
              <a:srgbClr val="CB74F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7" name="Google Shape;237;p5"/>
          <p:cNvSpPr txBox="1"/>
          <p:nvPr/>
        </p:nvSpPr>
        <p:spPr>
          <a:xfrm>
            <a:off x="6118838" y="1815342"/>
            <a:ext cx="6315282" cy="8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r>
              <a:rPr lang="en-US" sz="3834" dirty="0"/>
              <a:t>DEFINITION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9" name="Google Shape;239;p5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0" name="Google Shape;240;p5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242" name="Google Shape;242;p5"/>
          <p:cNvSpPr/>
          <p:nvPr/>
        </p:nvSpPr>
        <p:spPr>
          <a:xfrm>
            <a:off x="189876" y="296181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F61E5-92A0-B620-B8F1-E63E0BB5C86C}"/>
              </a:ext>
            </a:extLst>
          </p:cNvPr>
          <p:cNvSpPr txBox="1"/>
          <p:nvPr/>
        </p:nvSpPr>
        <p:spPr>
          <a:xfrm>
            <a:off x="1756013" y="3701344"/>
            <a:ext cx="130960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Unified System: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single affordable platform for managing multiple stores.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Cost Issue: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ERP systems are too expensive for small businesses.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Gap: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tools lack inventory tracking and demand prediction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Risk: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Poor data isolation can lead to data leakage between stores. 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248" name="Google Shape;248;p6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9" name="Google Shape;249;p6"/>
          <p:cNvGrpSpPr/>
          <p:nvPr/>
        </p:nvGrpSpPr>
        <p:grpSpPr>
          <a:xfrm>
            <a:off x="1028700" y="725523"/>
            <a:ext cx="16230600" cy="8518922"/>
            <a:chOff x="0" y="-76200"/>
            <a:chExt cx="4274726" cy="2243667"/>
          </a:xfrm>
        </p:grpSpPr>
        <p:sp>
          <p:nvSpPr>
            <p:cNvPr id="250" name="Google Shape;250;p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6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4" name="Google Shape;254;p6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5" name="Google Shape;255;p6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56" name="Google Shape;256;p6"/>
          <p:cNvGrpSpPr/>
          <p:nvPr/>
        </p:nvGrpSpPr>
        <p:grpSpPr>
          <a:xfrm>
            <a:off x="4743893" y="1300761"/>
            <a:ext cx="8121642" cy="1394974"/>
            <a:chOff x="0" y="-76200"/>
            <a:chExt cx="2645423" cy="454378"/>
          </a:xfrm>
        </p:grpSpPr>
        <p:sp>
          <p:nvSpPr>
            <p:cNvPr id="257" name="Google Shape;257;p6"/>
            <p:cNvSpPr/>
            <p:nvPr/>
          </p:nvSpPr>
          <p:spPr>
            <a:xfrm>
              <a:off x="0" y="0"/>
              <a:ext cx="2645423" cy="378178"/>
            </a:xfrm>
            <a:custGeom>
              <a:avLst/>
              <a:gdLst/>
              <a:ahLst/>
              <a:cxnLst/>
              <a:rect l="l" t="t" r="r" b="b"/>
              <a:pathLst>
                <a:path w="2645423" h="378178" extrusionOk="0">
                  <a:moveTo>
                    <a:pt x="0" y="0"/>
                  </a:moveTo>
                  <a:lnTo>
                    <a:pt x="2645423" y="0"/>
                  </a:lnTo>
                  <a:lnTo>
                    <a:pt x="2645423" y="378178"/>
                  </a:lnTo>
                  <a:lnTo>
                    <a:pt x="0" y="378178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58" name="Google Shape;258;p6"/>
            <p:cNvSpPr txBox="1"/>
            <p:nvPr/>
          </p:nvSpPr>
          <p:spPr>
            <a:xfrm>
              <a:off x="0" y="-76200"/>
              <a:ext cx="2645423" cy="454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6"/>
          <p:cNvGrpSpPr/>
          <p:nvPr/>
        </p:nvGrpSpPr>
        <p:grpSpPr>
          <a:xfrm>
            <a:off x="4888730" y="1429849"/>
            <a:ext cx="8169413" cy="1522417"/>
            <a:chOff x="0" y="-76200"/>
            <a:chExt cx="2660984" cy="495889"/>
          </a:xfrm>
        </p:grpSpPr>
        <p:sp>
          <p:nvSpPr>
            <p:cNvPr id="260" name="Google Shape;260;p6"/>
            <p:cNvSpPr/>
            <p:nvPr/>
          </p:nvSpPr>
          <p:spPr>
            <a:xfrm>
              <a:off x="0" y="0"/>
              <a:ext cx="2660984" cy="419689"/>
            </a:xfrm>
            <a:custGeom>
              <a:avLst/>
              <a:gdLst/>
              <a:ahLst/>
              <a:cxnLst/>
              <a:rect l="l" t="t" r="r" b="b"/>
              <a:pathLst>
                <a:path w="2660984" h="419689" extrusionOk="0">
                  <a:moveTo>
                    <a:pt x="0" y="0"/>
                  </a:moveTo>
                  <a:lnTo>
                    <a:pt x="2660984" y="0"/>
                  </a:lnTo>
                  <a:lnTo>
                    <a:pt x="2660984" y="419689"/>
                  </a:lnTo>
                  <a:lnTo>
                    <a:pt x="0" y="4196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61" name="Google Shape;261;p6"/>
            <p:cNvSpPr txBox="1"/>
            <p:nvPr/>
          </p:nvSpPr>
          <p:spPr>
            <a:xfrm>
              <a:off x="0" y="-76200"/>
              <a:ext cx="2660984" cy="4958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6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3" name="Google Shape;263;p6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4" name="Google Shape;264;p6"/>
          <p:cNvSpPr txBox="1"/>
          <p:nvPr/>
        </p:nvSpPr>
        <p:spPr>
          <a:xfrm>
            <a:off x="4551285" y="1937187"/>
            <a:ext cx="8506858" cy="655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lang="en-US" sz="3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approach / System Design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267" name="Google Shape;267;p6"/>
          <p:cNvSpPr/>
          <p:nvPr/>
        </p:nvSpPr>
        <p:spPr>
          <a:xfrm>
            <a:off x="189876" y="296181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8A8DE-7C11-2467-6FD9-67C587B4B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8109" y="3028624"/>
            <a:ext cx="5067410" cy="562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FAEC61-3AF7-D466-6D05-879B16D34156}"/>
              </a:ext>
            </a:extLst>
          </p:cNvPr>
          <p:cNvSpPr txBox="1"/>
          <p:nvPr/>
        </p:nvSpPr>
        <p:spPr>
          <a:xfrm>
            <a:off x="1850477" y="3020594"/>
            <a:ext cx="88876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Design: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store gets its own database to ensure complete data isolation.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 with Auto Reordering: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popups with email auto reordering(SMPT and </a:t>
            </a:r>
            <a:r>
              <a:rPr lang="en-US" altLang="en-US" sz="3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Every request is verified using token-based secure access.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RBAC System: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Different roles (Owner, Admin, Manager, Staff) control access levels. 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7"/>
          <p:cNvGrpSpPr/>
          <p:nvPr/>
        </p:nvGrpSpPr>
        <p:grpSpPr>
          <a:xfrm>
            <a:off x="1028700" y="804621"/>
            <a:ext cx="16230707" cy="8518979"/>
            <a:chOff x="0" y="-76200"/>
            <a:chExt cx="4274726" cy="2243667"/>
          </a:xfrm>
        </p:grpSpPr>
        <p:sp>
          <p:nvSpPr>
            <p:cNvPr id="273" name="Google Shape;273;p7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254;p6">
            <a:extLst>
              <a:ext uri="{FF2B5EF4-FFF2-40B4-BE49-F238E27FC236}">
                <a16:creationId xmlns:a16="http://schemas.microsoft.com/office/drawing/2014/main" id="{F0E5BCE8-67E6-0A78-8529-E1C12C051438}"/>
              </a:ext>
            </a:extLst>
          </p:cNvPr>
          <p:cNvSpPr/>
          <p:nvPr/>
        </p:nvSpPr>
        <p:spPr>
          <a:xfrm rot="162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5" name="Google Shape;275;p7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6" name="Google Shape;276;p7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7" name="Google Shape;277;p7"/>
          <p:cNvGrpSpPr/>
          <p:nvPr/>
        </p:nvGrpSpPr>
        <p:grpSpPr>
          <a:xfrm>
            <a:off x="4867729" y="1239190"/>
            <a:ext cx="7412552" cy="1244244"/>
            <a:chOff x="0" y="-76200"/>
            <a:chExt cx="2414455" cy="405282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2414455" cy="329082"/>
            </a:xfrm>
            <a:custGeom>
              <a:avLst/>
              <a:gdLst/>
              <a:ahLst/>
              <a:cxnLst/>
              <a:rect l="l" t="t" r="r" b="b"/>
              <a:pathLst>
                <a:path w="2414455" h="329082" extrusionOk="0">
                  <a:moveTo>
                    <a:pt x="0" y="0"/>
                  </a:moveTo>
                  <a:lnTo>
                    <a:pt x="2414455" y="0"/>
                  </a:lnTo>
                  <a:lnTo>
                    <a:pt x="2414455" y="329082"/>
                  </a:lnTo>
                  <a:lnTo>
                    <a:pt x="0" y="329082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79" name="Google Shape;279;p7"/>
            <p:cNvSpPr txBox="1"/>
            <p:nvPr/>
          </p:nvSpPr>
          <p:spPr>
            <a:xfrm>
              <a:off x="0" y="-76200"/>
              <a:ext cx="2414455" cy="405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7"/>
          <p:cNvGrpSpPr/>
          <p:nvPr/>
        </p:nvGrpSpPr>
        <p:grpSpPr>
          <a:xfrm>
            <a:off x="5055073" y="1483534"/>
            <a:ext cx="7392563" cy="1138056"/>
            <a:chOff x="0" y="-76200"/>
            <a:chExt cx="2407944" cy="370693"/>
          </a:xfrm>
        </p:grpSpPr>
        <p:sp>
          <p:nvSpPr>
            <p:cNvPr id="281" name="Google Shape;281;p7"/>
            <p:cNvSpPr/>
            <p:nvPr/>
          </p:nvSpPr>
          <p:spPr>
            <a:xfrm>
              <a:off x="0" y="0"/>
              <a:ext cx="2407944" cy="294493"/>
            </a:xfrm>
            <a:custGeom>
              <a:avLst/>
              <a:gdLst/>
              <a:ahLst/>
              <a:cxnLst/>
              <a:rect l="l" t="t" r="r" b="b"/>
              <a:pathLst>
                <a:path w="2407944" h="294493" extrusionOk="0">
                  <a:moveTo>
                    <a:pt x="0" y="0"/>
                  </a:moveTo>
                  <a:lnTo>
                    <a:pt x="2407944" y="0"/>
                  </a:lnTo>
                  <a:lnTo>
                    <a:pt x="2407944" y="294493"/>
                  </a:lnTo>
                  <a:lnTo>
                    <a:pt x="0" y="2944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2" name="Google Shape;282;p7"/>
            <p:cNvSpPr txBox="1"/>
            <p:nvPr/>
          </p:nvSpPr>
          <p:spPr>
            <a:xfrm>
              <a:off x="0" y="-76200"/>
              <a:ext cx="2407944" cy="370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7"/>
          <p:cNvSpPr txBox="1"/>
          <p:nvPr/>
        </p:nvSpPr>
        <p:spPr>
          <a:xfrm>
            <a:off x="4583316" y="1769912"/>
            <a:ext cx="8442796" cy="8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IMPLEMENTATION/METHODOLOGY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72166" y="334589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6" name="Google Shape;286;p7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3" name="Google Shape;255;p6">
            <a:extLst>
              <a:ext uri="{FF2B5EF4-FFF2-40B4-BE49-F238E27FC236}">
                <a16:creationId xmlns:a16="http://schemas.microsoft.com/office/drawing/2014/main" id="{34B70AAC-191F-1739-1A7D-C6F4C9E327CB}"/>
              </a:ext>
            </a:extLst>
          </p:cNvPr>
          <p:cNvSpPr/>
          <p:nvPr/>
        </p:nvSpPr>
        <p:spPr>
          <a:xfrm rot="162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" name="Google Shape;263;p6">
            <a:extLst>
              <a:ext uri="{FF2B5EF4-FFF2-40B4-BE49-F238E27FC236}">
                <a16:creationId xmlns:a16="http://schemas.microsoft.com/office/drawing/2014/main" id="{B8AB3137-774C-410F-0B68-D9923D721010}"/>
              </a:ext>
            </a:extLst>
          </p:cNvPr>
          <p:cNvSpPr/>
          <p:nvPr/>
        </p:nvSpPr>
        <p:spPr>
          <a:xfrm rot="162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Google Shape;307;p8">
            <a:extLst>
              <a:ext uri="{FF2B5EF4-FFF2-40B4-BE49-F238E27FC236}">
                <a16:creationId xmlns:a16="http://schemas.microsoft.com/office/drawing/2014/main" id="{A2556CAD-8EE9-795E-9CEA-DD7DB188BD95}"/>
              </a:ext>
            </a:extLst>
          </p:cNvPr>
          <p:cNvSpPr/>
          <p:nvPr/>
        </p:nvSpPr>
        <p:spPr>
          <a:xfrm rot="162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291;p8">
            <a:extLst>
              <a:ext uri="{FF2B5EF4-FFF2-40B4-BE49-F238E27FC236}">
                <a16:creationId xmlns:a16="http://schemas.microsoft.com/office/drawing/2014/main" id="{5CE25237-3E46-6F47-B767-FA502633AC65}"/>
              </a:ext>
            </a:extLst>
          </p:cNvPr>
          <p:cNvSpPr/>
          <p:nvPr/>
        </p:nvSpPr>
        <p:spPr>
          <a:xfrm rot="162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8" name="Google Shape;292;p8">
            <a:extLst>
              <a:ext uri="{FF2B5EF4-FFF2-40B4-BE49-F238E27FC236}">
                <a16:creationId xmlns:a16="http://schemas.microsoft.com/office/drawing/2014/main" id="{4F9B5177-C421-77AC-0151-C87F84A32986}"/>
              </a:ext>
            </a:extLst>
          </p:cNvPr>
          <p:cNvSpPr/>
          <p:nvPr/>
        </p:nvSpPr>
        <p:spPr>
          <a:xfrm rot="162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340C4-DA42-BEE7-46C1-4B0C5D053C69}"/>
              </a:ext>
            </a:extLst>
          </p:cNvPr>
          <p:cNvSpPr txBox="1"/>
          <p:nvPr/>
        </p:nvSpPr>
        <p:spPr>
          <a:xfrm>
            <a:off x="1756013" y="3772401"/>
            <a:ext cx="130822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built in phases from basic features to full product.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Node.js, Express, MongoDB, and simple frontend used.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System: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JWT, OTP, and role-based access control.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Method: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linear regression and safety stock formula for predictions. 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292" name="Google Shape;292;p8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93" name="Google Shape;293;p8"/>
          <p:cNvGrpSpPr/>
          <p:nvPr/>
        </p:nvGrpSpPr>
        <p:grpSpPr>
          <a:xfrm>
            <a:off x="1028700" y="593567"/>
            <a:ext cx="16230600" cy="8518922"/>
            <a:chOff x="0" y="-76200"/>
            <a:chExt cx="4274726" cy="2243667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8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7" name="Google Shape;297;p8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8" name="Google Shape;298;p8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9" name="Google Shape;299;p8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0" name="Google Shape;300;p8"/>
          <p:cNvGrpSpPr/>
          <p:nvPr/>
        </p:nvGrpSpPr>
        <p:grpSpPr>
          <a:xfrm>
            <a:off x="4768433" y="1534701"/>
            <a:ext cx="7113467" cy="874944"/>
            <a:chOff x="0" y="-76200"/>
            <a:chExt cx="1804601" cy="376701"/>
          </a:xfrm>
        </p:grpSpPr>
        <p:sp>
          <p:nvSpPr>
            <p:cNvPr id="301" name="Google Shape;301;p8"/>
            <p:cNvSpPr/>
            <p:nvPr/>
          </p:nvSpPr>
          <p:spPr>
            <a:xfrm>
              <a:off x="0" y="0"/>
              <a:ext cx="1804601" cy="300501"/>
            </a:xfrm>
            <a:custGeom>
              <a:avLst/>
              <a:gdLst/>
              <a:ahLst/>
              <a:cxnLst/>
              <a:rect l="l" t="t" r="r" b="b"/>
              <a:pathLst>
                <a:path w="1804601" h="300501" extrusionOk="0">
                  <a:moveTo>
                    <a:pt x="0" y="0"/>
                  </a:moveTo>
                  <a:lnTo>
                    <a:pt x="1804601" y="0"/>
                  </a:lnTo>
                  <a:lnTo>
                    <a:pt x="1804601" y="300501"/>
                  </a:lnTo>
                  <a:lnTo>
                    <a:pt x="0" y="30050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02" name="Google Shape;302;p8"/>
            <p:cNvSpPr txBox="1"/>
            <p:nvPr/>
          </p:nvSpPr>
          <p:spPr>
            <a:xfrm>
              <a:off x="0" y="-76200"/>
              <a:ext cx="1804600" cy="376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8"/>
          <p:cNvSpPr/>
          <p:nvPr/>
        </p:nvSpPr>
        <p:spPr>
          <a:xfrm>
            <a:off x="4617973" y="1570107"/>
            <a:ext cx="7440760" cy="990677"/>
          </a:xfrm>
          <a:custGeom>
            <a:avLst/>
            <a:gdLst/>
            <a:ahLst/>
            <a:cxnLst/>
            <a:rect l="l" t="t" r="r" b="b"/>
            <a:pathLst>
              <a:path w="1817606" h="279134" extrusionOk="0">
                <a:moveTo>
                  <a:pt x="0" y="0"/>
                </a:moveTo>
                <a:lnTo>
                  <a:pt x="1817606" y="0"/>
                </a:lnTo>
                <a:lnTo>
                  <a:pt x="1817606" y="279134"/>
                </a:lnTo>
                <a:lnTo>
                  <a:pt x="0" y="27913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 cmpd="sng">
            <a:solidFill>
              <a:srgbClr val="CB74F7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06" name="Google Shape;306;p8"/>
          <p:cNvSpPr txBox="1"/>
          <p:nvPr/>
        </p:nvSpPr>
        <p:spPr>
          <a:xfrm>
            <a:off x="5165371" y="1618991"/>
            <a:ext cx="6807212" cy="8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AND DISCUSSION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8" name="Google Shape;308;p8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9" name="Google Shape;309;p8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311" name="Google Shape;311;p8"/>
          <p:cNvSpPr/>
          <p:nvPr/>
        </p:nvSpPr>
        <p:spPr>
          <a:xfrm>
            <a:off x="189876" y="296181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99649-3DDE-22BA-F217-D4A44E6B4DD8}"/>
              </a:ext>
            </a:extLst>
          </p:cNvPr>
          <p:cNvSpPr txBox="1"/>
          <p:nvPr/>
        </p:nvSpPr>
        <p:spPr>
          <a:xfrm>
            <a:off x="1756013" y="3723796"/>
            <a:ext cx="104549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Implementation: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planned features successfully completed.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gives around 85% accurate demand prediction.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Strong isolation ensures no data leakage between stores.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Issues with seasonal demand, email dependency, and scalability. 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317" name="Google Shape;317;p9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18" name="Google Shape;318;p9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319" name="Google Shape;319;p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9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2" name="Google Shape;322;p9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3" name="Google Shape;323;p9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4" name="Google Shape;324;p9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25" name="Google Shape;325;p9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326" name="Google Shape;326;p9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27" name="Google Shape;327;p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9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329" name="Google Shape;329;p9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30" name="Google Shape;330;p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9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3" name="Google Shape;333;p9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4" name="Google Shape;334;p9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189876" y="296181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6" name="Google Shape;336;p9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305F1-FF05-4288-F3C9-295C56C5FE58}"/>
              </a:ext>
            </a:extLst>
          </p:cNvPr>
          <p:cNvSpPr txBox="1"/>
          <p:nvPr/>
        </p:nvSpPr>
        <p:spPr>
          <a:xfrm>
            <a:off x="2300695" y="2919348"/>
            <a:ext cx="1253752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InveXa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delivers low-cost, AI-powered inventory management using a lean Node.js architecture.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Strengths: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multi-tenant design with database isolation, JWT-based RBAC, OTP verification, and demand prediction without heavy ML.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Future: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implemented system with scope for advanced forecasting, mobile (PWA) support, and barcode-based management.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9D9C5B8-ED1C-BFE9-D24A-179E8348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">
            <a:extLst>
              <a:ext uri="{FF2B5EF4-FFF2-40B4-BE49-F238E27FC236}">
                <a16:creationId xmlns:a16="http://schemas.microsoft.com/office/drawing/2014/main" id="{60ECE244-3B2B-2D97-81C8-95457946B958}"/>
              </a:ext>
            </a:extLst>
          </p:cNvPr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342" name="Google Shape;342;p10">
            <a:extLst>
              <a:ext uri="{FF2B5EF4-FFF2-40B4-BE49-F238E27FC236}">
                <a16:creationId xmlns:a16="http://schemas.microsoft.com/office/drawing/2014/main" id="{FE9127E0-738B-A7DF-75CA-D933D105C0F3}"/>
              </a:ext>
            </a:extLst>
          </p:cNvPr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43" name="Google Shape;343;p10">
            <a:extLst>
              <a:ext uri="{FF2B5EF4-FFF2-40B4-BE49-F238E27FC236}">
                <a16:creationId xmlns:a16="http://schemas.microsoft.com/office/drawing/2014/main" id="{2765DB54-C086-8389-9714-2C45601C7313}"/>
              </a:ext>
            </a:extLst>
          </p:cNvPr>
          <p:cNvGrpSpPr/>
          <p:nvPr/>
        </p:nvGrpSpPr>
        <p:grpSpPr>
          <a:xfrm>
            <a:off x="1028699" y="739577"/>
            <a:ext cx="16230600" cy="8518922"/>
            <a:chOff x="0" y="-76200"/>
            <a:chExt cx="4274726" cy="2243667"/>
          </a:xfrm>
        </p:grpSpPr>
        <p:sp>
          <p:nvSpPr>
            <p:cNvPr id="344" name="Google Shape;344;p10">
              <a:extLst>
                <a:ext uri="{FF2B5EF4-FFF2-40B4-BE49-F238E27FC236}">
                  <a16:creationId xmlns:a16="http://schemas.microsoft.com/office/drawing/2014/main" id="{06B04857-61B7-ECF8-1232-856955C931F0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">
              <a:extLst>
                <a:ext uri="{FF2B5EF4-FFF2-40B4-BE49-F238E27FC236}">
                  <a16:creationId xmlns:a16="http://schemas.microsoft.com/office/drawing/2014/main" id="{59620C0A-BF4C-7403-8747-7CDD1757B240}"/>
                </a:ext>
              </a:extLst>
            </p:cNvPr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10">
            <a:extLst>
              <a:ext uri="{FF2B5EF4-FFF2-40B4-BE49-F238E27FC236}">
                <a16:creationId xmlns:a16="http://schemas.microsoft.com/office/drawing/2014/main" id="{83D5129A-7AEC-2A8B-E744-B5788C7AECC0}"/>
              </a:ext>
            </a:extLst>
          </p:cNvPr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7" name="Google Shape;347;p10">
            <a:extLst>
              <a:ext uri="{FF2B5EF4-FFF2-40B4-BE49-F238E27FC236}">
                <a16:creationId xmlns:a16="http://schemas.microsoft.com/office/drawing/2014/main" id="{ABCEC609-8DF0-49F0-C36C-F01069550232}"/>
              </a:ext>
            </a:extLst>
          </p:cNvPr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8" name="Google Shape;348;p10">
            <a:extLst>
              <a:ext uri="{FF2B5EF4-FFF2-40B4-BE49-F238E27FC236}">
                <a16:creationId xmlns:a16="http://schemas.microsoft.com/office/drawing/2014/main" id="{1CE29B2F-5DB6-3969-1C49-852A5CCED660}"/>
              </a:ext>
            </a:extLst>
          </p:cNvPr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9" name="Google Shape;349;p10">
            <a:extLst>
              <a:ext uri="{FF2B5EF4-FFF2-40B4-BE49-F238E27FC236}">
                <a16:creationId xmlns:a16="http://schemas.microsoft.com/office/drawing/2014/main" id="{44C9DDE8-29F9-2DC1-476B-1C0296CCAC12}"/>
              </a:ext>
            </a:extLst>
          </p:cNvPr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0" name="Google Shape;350;p10">
            <a:extLst>
              <a:ext uri="{FF2B5EF4-FFF2-40B4-BE49-F238E27FC236}">
                <a16:creationId xmlns:a16="http://schemas.microsoft.com/office/drawing/2014/main" id="{959E2446-D11D-35E1-D593-3EC656866A1D}"/>
              </a:ext>
            </a:extLst>
          </p:cNvPr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351" name="Google Shape;351;p10">
              <a:extLst>
                <a:ext uri="{FF2B5EF4-FFF2-40B4-BE49-F238E27FC236}">
                  <a16:creationId xmlns:a16="http://schemas.microsoft.com/office/drawing/2014/main" id="{144AFFD6-D7BD-C002-2B25-0EAEB4FE0856}"/>
                </a:ext>
              </a:extLst>
            </p:cNvPr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52" name="Google Shape;352;p10">
              <a:extLst>
                <a:ext uri="{FF2B5EF4-FFF2-40B4-BE49-F238E27FC236}">
                  <a16:creationId xmlns:a16="http://schemas.microsoft.com/office/drawing/2014/main" id="{E6B2DAAA-19D3-6AA7-6EBF-6D29D300F61F}"/>
                </a:ext>
              </a:extLst>
            </p:cNvPr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10">
            <a:extLst>
              <a:ext uri="{FF2B5EF4-FFF2-40B4-BE49-F238E27FC236}">
                <a16:creationId xmlns:a16="http://schemas.microsoft.com/office/drawing/2014/main" id="{A814DB65-7631-9A7C-3216-6914D2B2D8EF}"/>
              </a:ext>
            </a:extLst>
          </p:cNvPr>
          <p:cNvGrpSpPr/>
          <p:nvPr/>
        </p:nvGrpSpPr>
        <p:grpSpPr>
          <a:xfrm>
            <a:off x="6525518" y="1417731"/>
            <a:ext cx="5481584" cy="1189501"/>
            <a:chOff x="0" y="-76200"/>
            <a:chExt cx="1785490" cy="387451"/>
          </a:xfrm>
        </p:grpSpPr>
        <p:sp>
          <p:nvSpPr>
            <p:cNvPr id="354" name="Google Shape;354;p10">
              <a:extLst>
                <a:ext uri="{FF2B5EF4-FFF2-40B4-BE49-F238E27FC236}">
                  <a16:creationId xmlns:a16="http://schemas.microsoft.com/office/drawing/2014/main" id="{F79FD96B-35F1-7EDB-4A03-7EC991288157}"/>
                </a:ext>
              </a:extLst>
            </p:cNvPr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55" name="Google Shape;355;p10">
              <a:extLst>
                <a:ext uri="{FF2B5EF4-FFF2-40B4-BE49-F238E27FC236}">
                  <a16:creationId xmlns:a16="http://schemas.microsoft.com/office/drawing/2014/main" id="{73A87F9C-6C0E-35BF-5813-5692686C9260}"/>
                </a:ext>
              </a:extLst>
            </p:cNvPr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36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Technical</a:t>
              </a:r>
              <a:r>
                <a:rPr lang="en-IN" sz="18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 </a:t>
              </a:r>
              <a:r>
                <a:rPr lang="en-IN" sz="36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Showcase</a:t>
              </a:r>
              <a:endParaRPr sz="36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10">
            <a:extLst>
              <a:ext uri="{FF2B5EF4-FFF2-40B4-BE49-F238E27FC236}">
                <a16:creationId xmlns:a16="http://schemas.microsoft.com/office/drawing/2014/main" id="{A0E6737B-AEA7-A0E0-F203-6C3ACB253A07}"/>
              </a:ext>
            </a:extLst>
          </p:cNvPr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8" name="Google Shape;358;p10">
            <a:extLst>
              <a:ext uri="{FF2B5EF4-FFF2-40B4-BE49-F238E27FC236}">
                <a16:creationId xmlns:a16="http://schemas.microsoft.com/office/drawing/2014/main" id="{EF9BFBC6-801A-9E17-2360-994AD2E34A98}"/>
              </a:ext>
            </a:extLst>
          </p:cNvPr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9" name="Google Shape;359;p10">
            <a:extLst>
              <a:ext uri="{FF2B5EF4-FFF2-40B4-BE49-F238E27FC236}">
                <a16:creationId xmlns:a16="http://schemas.microsoft.com/office/drawing/2014/main" id="{2207C8FC-4015-9F74-5666-63B4EF1C5511}"/>
              </a:ext>
            </a:extLst>
          </p:cNvPr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Oscillations'26|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>
            <a:extLst>
              <a:ext uri="{FF2B5EF4-FFF2-40B4-BE49-F238E27FC236}">
                <a16:creationId xmlns:a16="http://schemas.microsoft.com/office/drawing/2014/main" id="{5100C665-B071-C393-2C77-CF2531A4DFCA}"/>
              </a:ext>
            </a:extLst>
          </p:cNvPr>
          <p:cNvSpPr/>
          <p:nvPr/>
        </p:nvSpPr>
        <p:spPr>
          <a:xfrm>
            <a:off x="189876" y="306959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1" name="Google Shape;361;p10">
            <a:extLst>
              <a:ext uri="{FF2B5EF4-FFF2-40B4-BE49-F238E27FC236}">
                <a16:creationId xmlns:a16="http://schemas.microsoft.com/office/drawing/2014/main" id="{59FB9EAE-A981-AD93-C98E-7A8CF5B19DB9}"/>
              </a:ext>
            </a:extLst>
          </p:cNvPr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F5E2D-6965-A643-86F7-DC931DBE6D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71" y="3186844"/>
            <a:ext cx="8325062" cy="4219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819BC-EAFA-0ECE-5E42-5BEE3CB86F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2386" y="3186844"/>
            <a:ext cx="8304583" cy="42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0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FB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"/>
          <p:cNvSpPr/>
          <p:nvPr/>
        </p:nvSpPr>
        <p:spPr>
          <a:xfrm rot="-5400000">
            <a:off x="10693624" y="-3524350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342" name="Google Shape;342;p10"/>
          <p:cNvSpPr/>
          <p:nvPr/>
        </p:nvSpPr>
        <p:spPr>
          <a:xfrm rot="-5400000">
            <a:off x="2915845" y="6786337"/>
            <a:ext cx="4729037" cy="7048700"/>
          </a:xfrm>
          <a:custGeom>
            <a:avLst/>
            <a:gdLst/>
            <a:ahLst/>
            <a:cxnLst/>
            <a:rect l="l" t="t" r="r" b="b"/>
            <a:pathLst>
              <a:path w="4729037" h="7048700" extrusionOk="0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43" name="Google Shape;343;p10"/>
          <p:cNvGrpSpPr/>
          <p:nvPr/>
        </p:nvGrpSpPr>
        <p:grpSpPr>
          <a:xfrm>
            <a:off x="1028699" y="739577"/>
            <a:ext cx="16230600" cy="8518922"/>
            <a:chOff x="0" y="-76200"/>
            <a:chExt cx="4274726" cy="2243667"/>
          </a:xfrm>
        </p:grpSpPr>
        <p:sp>
          <p:nvSpPr>
            <p:cNvPr id="344" name="Google Shape;344;p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10"/>
          <p:cNvSpPr/>
          <p:nvPr/>
        </p:nvSpPr>
        <p:spPr>
          <a:xfrm>
            <a:off x="1756013" y="1534701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7" name="Google Shape;347;p10"/>
          <p:cNvSpPr/>
          <p:nvPr/>
        </p:nvSpPr>
        <p:spPr>
          <a:xfrm>
            <a:off x="14083144" y="8450319"/>
            <a:ext cx="2448843" cy="405172"/>
          </a:xfrm>
          <a:custGeom>
            <a:avLst/>
            <a:gdLst/>
            <a:ahLst/>
            <a:cxnLst/>
            <a:rect l="l" t="t" r="r" b="b"/>
            <a:pathLst>
              <a:path w="2448843" h="405172" extrusionOk="0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8" name="Google Shape;348;p10"/>
          <p:cNvSpPr/>
          <p:nvPr/>
        </p:nvSpPr>
        <p:spPr>
          <a:xfrm rot="-5400000">
            <a:off x="16076374" y="-2482323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9" name="Google Shape;349;p10"/>
          <p:cNvSpPr/>
          <p:nvPr/>
        </p:nvSpPr>
        <p:spPr>
          <a:xfrm rot="-5400000">
            <a:off x="-2250585" y="619570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0" name="Google Shape;350;p10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351" name="Google Shape;351;p10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52" name="Google Shape;352;p10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10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354" name="Google Shape;354;p10"/>
            <p:cNvSpPr/>
            <p:nvPr/>
          </p:nvSpPr>
          <p:spPr>
            <a:xfrm>
              <a:off x="0" y="0"/>
              <a:ext cx="1785490" cy="311251"/>
            </a:xfrm>
            <a:custGeom>
              <a:avLst/>
              <a:gdLst/>
              <a:ahLst/>
              <a:cxnLst/>
              <a:rect l="l" t="t" r="r" b="b"/>
              <a:pathLst>
                <a:path w="1785490" h="311251" extrusionOk="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CB74F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55" name="Google Shape;355;p10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10"/>
          <p:cNvSpPr txBox="1"/>
          <p:nvPr/>
        </p:nvSpPr>
        <p:spPr>
          <a:xfrm>
            <a:off x="7052555" y="1803903"/>
            <a:ext cx="4182889" cy="655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 rot="-5400000">
            <a:off x="17620984" y="1556567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8" name="Google Shape;358;p10"/>
          <p:cNvSpPr/>
          <p:nvPr/>
        </p:nvSpPr>
        <p:spPr>
          <a:xfrm rot="-5400000" flipH="1">
            <a:off x="-3752074" y="2286941"/>
            <a:ext cx="4423252" cy="6592923"/>
          </a:xfrm>
          <a:custGeom>
            <a:avLst/>
            <a:gdLst/>
            <a:ahLst/>
            <a:cxnLst/>
            <a:rect l="l" t="t" r="r" b="b"/>
            <a:pathLst>
              <a:path w="4423252" h="6592923" extrusionOk="0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9" name="Google Shape;359;p10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Oscillations'26| VCET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89876" y="306959"/>
            <a:ext cx="1713069" cy="1643692"/>
          </a:xfrm>
          <a:custGeom>
            <a:avLst/>
            <a:gdLst/>
            <a:ahLst/>
            <a:cxnLst/>
            <a:rect l="l" t="t" r="r" b="b"/>
            <a:pathLst>
              <a:path w="1713069" h="1643692" extrusionOk="0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1" name="Google Shape;361;p10"/>
          <p:cNvSpPr/>
          <p:nvPr/>
        </p:nvSpPr>
        <p:spPr>
          <a:xfrm>
            <a:off x="15678323" y="306959"/>
            <a:ext cx="2278904" cy="1263935"/>
          </a:xfrm>
          <a:custGeom>
            <a:avLst/>
            <a:gdLst/>
            <a:ahLst/>
            <a:cxnLst/>
            <a:rect l="l" t="t" r="r" b="b"/>
            <a:pathLst>
              <a:path w="2278904" h="1263935" extrusionOk="0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t="-483" b="-482"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63BA24-F63C-3B42-6197-D384B7278D3A}"/>
              </a:ext>
            </a:extLst>
          </p:cNvPr>
          <p:cNvSpPr txBox="1"/>
          <p:nvPr/>
        </p:nvSpPr>
        <p:spPr>
          <a:xfrm>
            <a:off x="1756013" y="3620045"/>
            <a:ext cx="1298262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Read on MongoDB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Read on OWASP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Read on Nodejs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Read on JWT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724</Words>
  <Application>Microsoft Office PowerPoint</Application>
  <PresentationFormat>Custom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Anonymous Pro</vt:lpstr>
      <vt:lpstr>Times New Roman</vt:lpstr>
      <vt:lpstr>Calibri</vt:lpstr>
      <vt:lpstr>NTR</vt:lpstr>
      <vt:lpstr>Arapey</vt:lpstr>
      <vt:lpstr>Times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Priti Harijan</cp:lastModifiedBy>
  <cp:revision>3</cp:revision>
  <dcterms:created xsi:type="dcterms:W3CDTF">2006-08-16T00:00:00Z</dcterms:created>
  <dcterms:modified xsi:type="dcterms:W3CDTF">2026-04-01T07:31:50Z</dcterms:modified>
</cp:coreProperties>
</file>