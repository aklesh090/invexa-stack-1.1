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6" r:id="rId12"/>
  </p:sldIdLst>
  <p:sldSz cx="18288000" cy="10287000"/>
  <p:notesSz cx="6858000" cy="9144000"/>
  <p:embeddedFontLst>
    <p:embeddedFont>
      <p:font typeface="Times" panose="02020603050405020304" pitchFamily="18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hu0mswhUcZC6AKR2V98rM5aaPGf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8F6C86-887B-4D9E-A879-C87033857B23}" v="3" dt="2026-04-23T15:58:48.0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610" y="3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yak Jagtap" userId="fab308c070b6e54d" providerId="LiveId" clId="{C333D098-6AF2-48AA-ACB1-99C10C6737E7}"/>
    <pc:docChg chg="undo custSel addSld delSld modSld">
      <pc:chgData name="Samyak Jagtap" userId="fab308c070b6e54d" providerId="LiveId" clId="{C333D098-6AF2-48AA-ACB1-99C10C6737E7}" dt="2026-04-23T16:09:42.041" v="832" actId="20577"/>
      <pc:docMkLst>
        <pc:docMk/>
      </pc:docMkLst>
      <pc:sldChg chg="add del">
        <pc:chgData name="Samyak Jagtap" userId="fab308c070b6e54d" providerId="LiveId" clId="{C333D098-6AF2-48AA-ACB1-99C10C6737E7}" dt="2026-04-23T15:58:59.410" v="760" actId="47"/>
        <pc:sldMkLst>
          <pc:docMk/>
          <pc:sldMk cId="0" sldId="256"/>
        </pc:sldMkLst>
      </pc:sldChg>
      <pc:sldChg chg="addSp delSp modSp mod">
        <pc:chgData name="Samyak Jagtap" userId="fab308c070b6e54d" providerId="LiveId" clId="{C333D098-6AF2-48AA-ACB1-99C10C6737E7}" dt="2026-04-23T16:09:42.041" v="832" actId="20577"/>
        <pc:sldMkLst>
          <pc:docMk/>
          <pc:sldMk cId="0" sldId="257"/>
        </pc:sldMkLst>
        <pc:spChg chg="mod modVis">
          <ac:chgData name="Samyak Jagtap" userId="fab308c070b6e54d" providerId="LiveId" clId="{C333D098-6AF2-48AA-ACB1-99C10C6737E7}" dt="2026-04-23T15:58:01.512" v="751" actId="33935"/>
          <ac:spMkLst>
            <pc:docMk/>
            <pc:sldMk cId="0" sldId="257"/>
            <ac:spMk id="124" creationId="{00000000-0000-0000-0000-000000000000}"/>
          </ac:spMkLst>
        </pc:spChg>
        <pc:spChg chg="mod topLvl modVis">
          <ac:chgData name="Samyak Jagtap" userId="fab308c070b6e54d" providerId="LiveId" clId="{C333D098-6AF2-48AA-ACB1-99C10C6737E7}" dt="2026-04-23T15:58:48.043" v="756" actId="338"/>
          <ac:spMkLst>
            <pc:docMk/>
            <pc:sldMk cId="0" sldId="257"/>
            <ac:spMk id="126" creationId="{00000000-0000-0000-0000-000000000000}"/>
          </ac:spMkLst>
        </pc:spChg>
        <pc:spChg chg="mod topLvl modVis">
          <ac:chgData name="Samyak Jagtap" userId="fab308c070b6e54d" providerId="LiveId" clId="{C333D098-6AF2-48AA-ACB1-99C10C6737E7}" dt="2026-04-23T15:59:30.321" v="765" actId="1076"/>
          <ac:spMkLst>
            <pc:docMk/>
            <pc:sldMk cId="0" sldId="257"/>
            <ac:spMk id="127" creationId="{00000000-0000-0000-0000-000000000000}"/>
          </ac:spMkLst>
        </pc:spChg>
        <pc:spChg chg="mod modVis">
          <ac:chgData name="Samyak Jagtap" userId="fab308c070b6e54d" providerId="LiveId" clId="{C333D098-6AF2-48AA-ACB1-99C10C6737E7}" dt="2026-04-23T15:58:01.512" v="751" actId="33935"/>
          <ac:spMkLst>
            <pc:docMk/>
            <pc:sldMk cId="0" sldId="257"/>
            <ac:spMk id="128" creationId="{00000000-0000-0000-0000-000000000000}"/>
          </ac:spMkLst>
        </pc:spChg>
        <pc:spChg chg="mod">
          <ac:chgData name="Samyak Jagtap" userId="fab308c070b6e54d" providerId="LiveId" clId="{C333D098-6AF2-48AA-ACB1-99C10C6737E7}" dt="2026-04-23T15:58:55.933" v="758" actId="1076"/>
          <ac:spMkLst>
            <pc:docMk/>
            <pc:sldMk cId="0" sldId="257"/>
            <ac:spMk id="131" creationId="{00000000-0000-0000-0000-000000000000}"/>
          </ac:spMkLst>
        </pc:spChg>
        <pc:spChg chg="mod modVis">
          <ac:chgData name="Samyak Jagtap" userId="fab308c070b6e54d" providerId="LiveId" clId="{C333D098-6AF2-48AA-ACB1-99C10C6737E7}" dt="2026-04-23T15:58:01.512" v="751" actId="33935"/>
          <ac:spMkLst>
            <pc:docMk/>
            <pc:sldMk cId="0" sldId="257"/>
            <ac:spMk id="132" creationId="{00000000-0000-0000-0000-000000000000}"/>
          </ac:spMkLst>
        </pc:spChg>
        <pc:spChg chg="mod modVis">
          <ac:chgData name="Samyak Jagtap" userId="fab308c070b6e54d" providerId="LiveId" clId="{C333D098-6AF2-48AA-ACB1-99C10C6737E7}" dt="2026-04-23T15:58:01.512" v="751" actId="33935"/>
          <ac:spMkLst>
            <pc:docMk/>
            <pc:sldMk cId="0" sldId="257"/>
            <ac:spMk id="133" creationId="{00000000-0000-0000-0000-000000000000}"/>
          </ac:spMkLst>
        </pc:spChg>
        <pc:spChg chg="del">
          <ac:chgData name="Samyak Jagtap" userId="fab308c070b6e54d" providerId="LiveId" clId="{C333D098-6AF2-48AA-ACB1-99C10C6737E7}" dt="2026-04-23T15:56:50.159" v="728" actId="478"/>
          <ac:spMkLst>
            <pc:docMk/>
            <pc:sldMk cId="0" sldId="257"/>
            <ac:spMk id="134" creationId="{00000000-0000-0000-0000-000000000000}"/>
          </ac:spMkLst>
        </pc:spChg>
        <pc:spChg chg="del mod modVis">
          <ac:chgData name="Samyak Jagtap" userId="fab308c070b6e54d" providerId="LiveId" clId="{C333D098-6AF2-48AA-ACB1-99C10C6737E7}" dt="2026-04-23T16:00:51.248" v="780" actId="478"/>
          <ac:spMkLst>
            <pc:docMk/>
            <pc:sldMk cId="0" sldId="257"/>
            <ac:spMk id="135" creationId="{00000000-0000-0000-0000-000000000000}"/>
          </ac:spMkLst>
        </pc:spChg>
        <pc:spChg chg="mod modVis">
          <ac:chgData name="Samyak Jagtap" userId="fab308c070b6e54d" providerId="LiveId" clId="{C333D098-6AF2-48AA-ACB1-99C10C6737E7}" dt="2026-04-23T15:58:01.512" v="751" actId="33935"/>
          <ac:spMkLst>
            <pc:docMk/>
            <pc:sldMk cId="0" sldId="257"/>
            <ac:spMk id="137" creationId="{00000000-0000-0000-0000-000000000000}"/>
          </ac:spMkLst>
        </pc:spChg>
        <pc:spChg chg="mod modVis">
          <ac:chgData name="Samyak Jagtap" userId="fab308c070b6e54d" providerId="LiveId" clId="{C333D098-6AF2-48AA-ACB1-99C10C6737E7}" dt="2026-04-23T16:09:42.041" v="832" actId="20577"/>
          <ac:spMkLst>
            <pc:docMk/>
            <pc:sldMk cId="0" sldId="257"/>
            <ac:spMk id="138" creationId="{00000000-0000-0000-0000-000000000000}"/>
          </ac:spMkLst>
        </pc:spChg>
        <pc:spChg chg="mod modVis">
          <ac:chgData name="Samyak Jagtap" userId="fab308c070b6e54d" providerId="LiveId" clId="{C333D098-6AF2-48AA-ACB1-99C10C6737E7}" dt="2026-04-23T16:04:44.396" v="821" actId="1076"/>
          <ac:spMkLst>
            <pc:docMk/>
            <pc:sldMk cId="0" sldId="257"/>
            <ac:spMk id="139" creationId="{00000000-0000-0000-0000-000000000000}"/>
          </ac:spMkLst>
        </pc:spChg>
        <pc:spChg chg="mod modVis">
          <ac:chgData name="Samyak Jagtap" userId="fab308c070b6e54d" providerId="LiveId" clId="{C333D098-6AF2-48AA-ACB1-99C10C6737E7}" dt="2026-04-23T16:02:43.010" v="804" actId="255"/>
          <ac:spMkLst>
            <pc:docMk/>
            <pc:sldMk cId="0" sldId="257"/>
            <ac:spMk id="140" creationId="{00000000-0000-0000-0000-000000000000}"/>
          </ac:spMkLst>
        </pc:spChg>
        <pc:spChg chg="mod">
          <ac:chgData name="Samyak Jagtap" userId="fab308c070b6e54d" providerId="LiveId" clId="{C333D098-6AF2-48AA-ACB1-99C10C6737E7}" dt="2026-04-23T16:03:00.677" v="806" actId="14100"/>
          <ac:spMkLst>
            <pc:docMk/>
            <pc:sldMk cId="0" sldId="257"/>
            <ac:spMk id="141" creationId="{00000000-0000-0000-0000-000000000000}"/>
          </ac:spMkLst>
        </pc:spChg>
        <pc:grpChg chg="add mod">
          <ac:chgData name="Samyak Jagtap" userId="fab308c070b6e54d" providerId="LiveId" clId="{C333D098-6AF2-48AA-ACB1-99C10C6737E7}" dt="2026-04-23T15:58:48.043" v="756" actId="338"/>
          <ac:grpSpMkLst>
            <pc:docMk/>
            <pc:sldMk cId="0" sldId="257"/>
            <ac:grpSpMk id="2" creationId="{D95B9B1D-7642-8068-3396-39EB48D8E948}"/>
          </ac:grpSpMkLst>
        </pc:grpChg>
        <pc:grpChg chg="del mod">
          <ac:chgData name="Samyak Jagtap" userId="fab308c070b6e54d" providerId="LiveId" clId="{C333D098-6AF2-48AA-ACB1-99C10C6737E7}" dt="2026-04-23T15:57:05.083" v="731" actId="165"/>
          <ac:grpSpMkLst>
            <pc:docMk/>
            <pc:sldMk cId="0" sldId="257"/>
            <ac:grpSpMk id="125" creationId="{00000000-0000-0000-0000-000000000000}"/>
          </ac:grpSpMkLst>
        </pc:grpChg>
        <pc:grpChg chg="mod modVis">
          <ac:chgData name="Samyak Jagtap" userId="fab308c070b6e54d" providerId="LiveId" clId="{C333D098-6AF2-48AA-ACB1-99C10C6737E7}" dt="2026-04-23T16:03:30.716" v="808" actId="14100"/>
          <ac:grpSpMkLst>
            <pc:docMk/>
            <pc:sldMk cId="0" sldId="257"/>
            <ac:grpSpMk id="129" creationId="{00000000-0000-0000-0000-000000000000}"/>
          </ac:grpSpMkLst>
        </pc:grpChg>
        <pc:picChg chg="del">
          <ac:chgData name="Samyak Jagtap" userId="fab308c070b6e54d" providerId="LiveId" clId="{C333D098-6AF2-48AA-ACB1-99C10C6737E7}" dt="2026-04-23T15:56:46.961" v="727" actId="478"/>
          <ac:picMkLst>
            <pc:docMk/>
            <pc:sldMk cId="0" sldId="257"/>
            <ac:picMk id="142" creationId="{00000000-0000-0000-0000-000000000000}"/>
          </ac:picMkLst>
        </pc:picChg>
      </pc:sldChg>
      <pc:sldChg chg="delSp modSp mod">
        <pc:chgData name="Samyak Jagtap" userId="fab308c070b6e54d" providerId="LiveId" clId="{C333D098-6AF2-48AA-ACB1-99C10C6737E7}" dt="2026-04-23T16:00:24.371" v="778"/>
        <pc:sldMkLst>
          <pc:docMk/>
          <pc:sldMk cId="0" sldId="258"/>
        </pc:sldMkLst>
        <pc:spChg chg="mod">
          <ac:chgData name="Samyak Jagtap" userId="fab308c070b6e54d" providerId="LiveId" clId="{C333D098-6AF2-48AA-ACB1-99C10C6737E7}" dt="2026-03-31T16:40:38.724" v="36" actId="14100"/>
          <ac:spMkLst>
            <pc:docMk/>
            <pc:sldMk cId="0" sldId="258"/>
            <ac:spMk id="3" creationId="{96CBF088-C003-D9A1-E64B-67A26E72B287}"/>
          </ac:spMkLst>
        </pc:spChg>
        <pc:spChg chg="del mod">
          <ac:chgData name="Samyak Jagtap" userId="fab308c070b6e54d" providerId="LiveId" clId="{C333D098-6AF2-48AA-ACB1-99C10C6737E7}" dt="2026-04-23T16:00:24.371" v="778"/>
          <ac:spMkLst>
            <pc:docMk/>
            <pc:sldMk cId="0" sldId="258"/>
            <ac:spMk id="165" creationId="{00000000-0000-0000-0000-000000000000}"/>
          </ac:spMkLst>
        </pc:spChg>
        <pc:spChg chg="del">
          <ac:chgData name="Samyak Jagtap" userId="fab308c070b6e54d" providerId="LiveId" clId="{C333D098-6AF2-48AA-ACB1-99C10C6737E7}" dt="2026-04-23T16:00:16.866" v="774" actId="478"/>
          <ac:spMkLst>
            <pc:docMk/>
            <pc:sldMk cId="0" sldId="258"/>
            <ac:spMk id="166" creationId="{00000000-0000-0000-0000-000000000000}"/>
          </ac:spMkLst>
        </pc:spChg>
      </pc:sldChg>
      <pc:sldChg chg="delSp mod">
        <pc:chgData name="Samyak Jagtap" userId="fab308c070b6e54d" providerId="LiveId" clId="{C333D098-6AF2-48AA-ACB1-99C10C6737E7}" dt="2026-04-23T16:00:57.817" v="782" actId="478"/>
        <pc:sldMkLst>
          <pc:docMk/>
          <pc:sldMk cId="0" sldId="259"/>
        </pc:sldMkLst>
        <pc:spChg chg="del">
          <ac:chgData name="Samyak Jagtap" userId="fab308c070b6e54d" providerId="LiveId" clId="{C333D098-6AF2-48AA-ACB1-99C10C6737E7}" dt="2026-04-23T16:00:55.770" v="781" actId="478"/>
          <ac:spMkLst>
            <pc:docMk/>
            <pc:sldMk cId="0" sldId="259"/>
            <ac:spMk id="190" creationId="{00000000-0000-0000-0000-000000000000}"/>
          </ac:spMkLst>
        </pc:spChg>
        <pc:spChg chg="del">
          <ac:chgData name="Samyak Jagtap" userId="fab308c070b6e54d" providerId="LiveId" clId="{C333D098-6AF2-48AA-ACB1-99C10C6737E7}" dt="2026-04-23T16:00:57.817" v="782" actId="478"/>
          <ac:spMkLst>
            <pc:docMk/>
            <pc:sldMk cId="0" sldId="259"/>
            <ac:spMk id="192" creationId="{00000000-0000-0000-0000-000000000000}"/>
          </ac:spMkLst>
        </pc:spChg>
      </pc:sldChg>
      <pc:sldChg chg="addSp delSp modSp mod modNotes">
        <pc:chgData name="Samyak Jagtap" userId="fab308c070b6e54d" providerId="LiveId" clId="{C333D098-6AF2-48AA-ACB1-99C10C6737E7}" dt="2026-04-23T16:01:07.935" v="786" actId="478"/>
        <pc:sldMkLst>
          <pc:docMk/>
          <pc:sldMk cId="0" sldId="260"/>
        </pc:sldMkLst>
        <pc:spChg chg="add mod">
          <ac:chgData name="Samyak Jagtap" userId="fab308c070b6e54d" providerId="LiveId" clId="{C333D098-6AF2-48AA-ACB1-99C10C6737E7}" dt="2026-04-01T07:21:50.541" v="726" actId="20577"/>
          <ac:spMkLst>
            <pc:docMk/>
            <pc:sldMk cId="0" sldId="260"/>
            <ac:spMk id="2" creationId="{D5A0F54F-0904-C937-D5D4-28D095EBA223}"/>
          </ac:spMkLst>
        </pc:spChg>
        <pc:spChg chg="del mod">
          <ac:chgData name="Samyak Jagtap" userId="fab308c070b6e54d" providerId="LiveId" clId="{C333D098-6AF2-48AA-ACB1-99C10C6737E7}" dt="2026-04-23T16:01:07.935" v="786" actId="478"/>
          <ac:spMkLst>
            <pc:docMk/>
            <pc:sldMk cId="0" sldId="260"/>
            <ac:spMk id="215" creationId="{00000000-0000-0000-0000-000000000000}"/>
          </ac:spMkLst>
        </pc:spChg>
        <pc:spChg chg="del mod">
          <ac:chgData name="Samyak Jagtap" userId="fab308c070b6e54d" providerId="LiveId" clId="{C333D098-6AF2-48AA-ACB1-99C10C6737E7}" dt="2026-04-23T16:01:03.450" v="784" actId="478"/>
          <ac:spMkLst>
            <pc:docMk/>
            <pc:sldMk cId="0" sldId="260"/>
            <ac:spMk id="217" creationId="{00000000-0000-0000-0000-000000000000}"/>
          </ac:spMkLst>
        </pc:spChg>
        <pc:grpChg chg="mod">
          <ac:chgData name="Samyak Jagtap" userId="fab308c070b6e54d" providerId="LiveId" clId="{C333D098-6AF2-48AA-ACB1-99C10C6737E7}" dt="2026-03-31T16:37:38.330" v="13" actId="1076"/>
          <ac:grpSpMkLst>
            <pc:docMk/>
            <pc:sldMk cId="0" sldId="260"/>
            <ac:grpSpMk id="199" creationId="{00000000-0000-0000-0000-000000000000}"/>
          </ac:grpSpMkLst>
        </pc:grpChg>
      </pc:sldChg>
      <pc:sldChg chg="addSp delSp modSp mod modNotes">
        <pc:chgData name="Samyak Jagtap" userId="fab308c070b6e54d" providerId="LiveId" clId="{C333D098-6AF2-48AA-ACB1-99C10C6737E7}" dt="2026-04-23T16:01:16.544" v="788" actId="478"/>
        <pc:sldMkLst>
          <pc:docMk/>
          <pc:sldMk cId="0" sldId="261"/>
        </pc:sldMkLst>
        <pc:spChg chg="add mod">
          <ac:chgData name="Samyak Jagtap" userId="fab308c070b6e54d" providerId="LiveId" clId="{C333D098-6AF2-48AA-ACB1-99C10C6737E7}" dt="2026-03-31T16:47:37.681" v="106" actId="20577"/>
          <ac:spMkLst>
            <pc:docMk/>
            <pc:sldMk cId="0" sldId="261"/>
            <ac:spMk id="2" creationId="{FEBF61E5-92A0-B620-B8F1-E63E0BB5C86C}"/>
          </ac:spMkLst>
        </pc:spChg>
        <pc:spChg chg="mod topLvl">
          <ac:chgData name="Samyak Jagtap" userId="fab308c070b6e54d" providerId="LiveId" clId="{C333D098-6AF2-48AA-ACB1-99C10C6737E7}" dt="2026-04-01T05:15:34.683" v="442" actId="14100"/>
          <ac:spMkLst>
            <pc:docMk/>
            <pc:sldMk cId="0" sldId="261"/>
            <ac:spMk id="232" creationId="{00000000-0000-0000-0000-000000000000}"/>
          </ac:spMkLst>
        </pc:spChg>
        <pc:spChg chg="mod topLvl">
          <ac:chgData name="Samyak Jagtap" userId="fab308c070b6e54d" providerId="LiveId" clId="{C333D098-6AF2-48AA-ACB1-99C10C6737E7}" dt="2026-04-01T05:15:49.392" v="445" actId="1076"/>
          <ac:spMkLst>
            <pc:docMk/>
            <pc:sldMk cId="0" sldId="261"/>
            <ac:spMk id="235" creationId="{00000000-0000-0000-0000-000000000000}"/>
          </ac:spMkLst>
        </pc:spChg>
        <pc:spChg chg="mod">
          <ac:chgData name="Samyak Jagtap" userId="fab308c070b6e54d" providerId="LiveId" clId="{C333D098-6AF2-48AA-ACB1-99C10C6737E7}" dt="2026-04-01T05:15:54.838" v="446" actId="1076"/>
          <ac:spMkLst>
            <pc:docMk/>
            <pc:sldMk cId="0" sldId="261"/>
            <ac:spMk id="237" creationId="{00000000-0000-0000-0000-000000000000}"/>
          </ac:spMkLst>
        </pc:spChg>
        <pc:spChg chg="del">
          <ac:chgData name="Samyak Jagtap" userId="fab308c070b6e54d" providerId="LiveId" clId="{C333D098-6AF2-48AA-ACB1-99C10C6737E7}" dt="2026-04-23T16:01:14.344" v="787" actId="478"/>
          <ac:spMkLst>
            <pc:docMk/>
            <pc:sldMk cId="0" sldId="261"/>
            <ac:spMk id="240" creationId="{00000000-0000-0000-0000-000000000000}"/>
          </ac:spMkLst>
        </pc:spChg>
        <pc:spChg chg="del">
          <ac:chgData name="Samyak Jagtap" userId="fab308c070b6e54d" providerId="LiveId" clId="{C333D098-6AF2-48AA-ACB1-99C10C6737E7}" dt="2026-04-23T16:01:16.544" v="788" actId="478"/>
          <ac:spMkLst>
            <pc:docMk/>
            <pc:sldMk cId="0" sldId="261"/>
            <ac:spMk id="241" creationId="{00000000-0000-0000-0000-000000000000}"/>
          </ac:spMkLst>
        </pc:spChg>
      </pc:sldChg>
      <pc:sldChg chg="addSp delSp modSp mod">
        <pc:chgData name="Samyak Jagtap" userId="fab308c070b6e54d" providerId="LiveId" clId="{C333D098-6AF2-48AA-ACB1-99C10C6737E7}" dt="2026-04-23T16:01:22.905" v="790" actId="478"/>
        <pc:sldMkLst>
          <pc:docMk/>
          <pc:sldMk cId="0" sldId="262"/>
        </pc:sldMkLst>
        <pc:spChg chg="add mod">
          <ac:chgData name="Samyak Jagtap" userId="fab308c070b6e54d" providerId="LiveId" clId="{C333D098-6AF2-48AA-ACB1-99C10C6737E7}" dt="2026-04-01T05:13:02.248" v="408" actId="20577"/>
          <ac:spMkLst>
            <pc:docMk/>
            <pc:sldMk cId="0" sldId="262"/>
            <ac:spMk id="8" creationId="{F9FAEC61-3AF7-D466-6D05-879B16D34156}"/>
          </ac:spMkLst>
        </pc:spChg>
        <pc:spChg chg="mod">
          <ac:chgData name="Samyak Jagtap" userId="fab308c070b6e54d" providerId="LiveId" clId="{C333D098-6AF2-48AA-ACB1-99C10C6737E7}" dt="2026-03-31T17:23:01.702" v="124" actId="14100"/>
          <ac:spMkLst>
            <pc:docMk/>
            <pc:sldMk cId="0" sldId="262"/>
            <ac:spMk id="250" creationId="{00000000-0000-0000-0000-000000000000}"/>
          </ac:spMkLst>
        </pc:spChg>
        <pc:spChg chg="mod">
          <ac:chgData name="Samyak Jagtap" userId="fab308c070b6e54d" providerId="LiveId" clId="{C333D098-6AF2-48AA-ACB1-99C10C6737E7}" dt="2026-03-31T17:23:01.702" v="124" actId="14100"/>
          <ac:spMkLst>
            <pc:docMk/>
            <pc:sldMk cId="0" sldId="262"/>
            <ac:spMk id="251" creationId="{00000000-0000-0000-0000-000000000000}"/>
          </ac:spMkLst>
        </pc:spChg>
        <pc:spChg chg="ord">
          <ac:chgData name="Samyak Jagtap" userId="fab308c070b6e54d" providerId="LiveId" clId="{C333D098-6AF2-48AA-ACB1-99C10C6737E7}" dt="2026-03-31T17:28:18.102" v="158" actId="166"/>
          <ac:spMkLst>
            <pc:docMk/>
            <pc:sldMk cId="0" sldId="262"/>
            <ac:spMk id="253" creationId="{00000000-0000-0000-0000-000000000000}"/>
          </ac:spMkLst>
        </pc:spChg>
        <pc:spChg chg="mod">
          <ac:chgData name="Samyak Jagtap" userId="fab308c070b6e54d" providerId="LiveId" clId="{C333D098-6AF2-48AA-ACB1-99C10C6737E7}" dt="2026-03-31T16:41:50.912" v="47" actId="1076"/>
          <ac:spMkLst>
            <pc:docMk/>
            <pc:sldMk cId="0" sldId="262"/>
            <ac:spMk id="263" creationId="{00000000-0000-0000-0000-000000000000}"/>
          </ac:spMkLst>
        </pc:spChg>
        <pc:spChg chg="del">
          <ac:chgData name="Samyak Jagtap" userId="fab308c070b6e54d" providerId="LiveId" clId="{C333D098-6AF2-48AA-ACB1-99C10C6737E7}" dt="2026-04-23T16:01:22.905" v="790" actId="478"/>
          <ac:spMkLst>
            <pc:docMk/>
            <pc:sldMk cId="0" sldId="262"/>
            <ac:spMk id="265" creationId="{00000000-0000-0000-0000-000000000000}"/>
          </ac:spMkLst>
        </pc:spChg>
        <pc:spChg chg="del">
          <ac:chgData name="Samyak Jagtap" userId="fab308c070b6e54d" providerId="LiveId" clId="{C333D098-6AF2-48AA-ACB1-99C10C6737E7}" dt="2026-04-23T16:01:20.186" v="789" actId="478"/>
          <ac:spMkLst>
            <pc:docMk/>
            <pc:sldMk cId="0" sldId="262"/>
            <ac:spMk id="266" creationId="{00000000-0000-0000-0000-000000000000}"/>
          </ac:spMkLst>
        </pc:spChg>
        <pc:grpChg chg="mod">
          <ac:chgData name="Samyak Jagtap" userId="fab308c070b6e54d" providerId="LiveId" clId="{C333D098-6AF2-48AA-ACB1-99C10C6737E7}" dt="2026-03-31T17:27:10.141" v="144" actId="1076"/>
          <ac:grpSpMkLst>
            <pc:docMk/>
            <pc:sldMk cId="0" sldId="262"/>
            <ac:grpSpMk id="249" creationId="{00000000-0000-0000-0000-000000000000}"/>
          </ac:grpSpMkLst>
        </pc:grpChg>
        <pc:picChg chg="add mod">
          <ac:chgData name="Samyak Jagtap" userId="fab308c070b6e54d" providerId="LiveId" clId="{C333D098-6AF2-48AA-ACB1-99C10C6737E7}" dt="2026-03-31T17:28:12.599" v="157" actId="1076"/>
          <ac:picMkLst>
            <pc:docMk/>
            <pc:sldMk cId="0" sldId="262"/>
            <ac:picMk id="5" creationId="{0748A8DE-7C11-2467-6FD9-67C587B4B0E6}"/>
          </ac:picMkLst>
        </pc:picChg>
      </pc:sldChg>
      <pc:sldChg chg="addSp delSp modSp mod modNotes">
        <pc:chgData name="Samyak Jagtap" userId="fab308c070b6e54d" providerId="LiveId" clId="{C333D098-6AF2-48AA-ACB1-99C10C6737E7}" dt="2026-04-23T16:01:34.210" v="792" actId="478"/>
        <pc:sldMkLst>
          <pc:docMk/>
          <pc:sldMk cId="0" sldId="263"/>
        </pc:sldMkLst>
        <pc:spChg chg="add mod">
          <ac:chgData name="Samyak Jagtap" userId="fab308c070b6e54d" providerId="LiveId" clId="{C333D098-6AF2-48AA-ACB1-99C10C6737E7}" dt="2026-03-31T16:42:25.294" v="51"/>
          <ac:spMkLst>
            <pc:docMk/>
            <pc:sldMk cId="0" sldId="263"/>
            <ac:spMk id="3" creationId="{34B70AAC-191F-1739-1A7D-C6F4C9E327CB}"/>
          </ac:spMkLst>
        </pc:spChg>
        <pc:spChg chg="add mod">
          <ac:chgData name="Samyak Jagtap" userId="fab308c070b6e54d" providerId="LiveId" clId="{C333D098-6AF2-48AA-ACB1-99C10C6737E7}" dt="2026-03-31T16:42:35.535" v="52"/>
          <ac:spMkLst>
            <pc:docMk/>
            <pc:sldMk cId="0" sldId="263"/>
            <ac:spMk id="4" creationId="{B8AB3137-774C-410F-0B68-D9923D721010}"/>
          </ac:spMkLst>
        </pc:spChg>
        <pc:spChg chg="add mod">
          <ac:chgData name="Samyak Jagtap" userId="fab308c070b6e54d" providerId="LiveId" clId="{C333D098-6AF2-48AA-ACB1-99C10C6737E7}" dt="2026-03-31T16:42:48.483" v="53"/>
          <ac:spMkLst>
            <pc:docMk/>
            <pc:sldMk cId="0" sldId="263"/>
            <ac:spMk id="5" creationId="{A2556CAD-8EE9-795E-9CEA-DD7DB188BD95}"/>
          </ac:spMkLst>
        </pc:spChg>
        <pc:spChg chg="add mod ord">
          <ac:chgData name="Samyak Jagtap" userId="fab308c070b6e54d" providerId="LiveId" clId="{C333D098-6AF2-48AA-ACB1-99C10C6737E7}" dt="2026-03-31T16:43:24.989" v="56" actId="170"/>
          <ac:spMkLst>
            <pc:docMk/>
            <pc:sldMk cId="0" sldId="263"/>
            <ac:spMk id="6" creationId="{F0E5BCE8-67E6-0A78-8529-E1C12C051438}"/>
          </ac:spMkLst>
        </pc:spChg>
        <pc:spChg chg="add mod">
          <ac:chgData name="Samyak Jagtap" userId="fab308c070b6e54d" providerId="LiveId" clId="{C333D098-6AF2-48AA-ACB1-99C10C6737E7}" dt="2026-03-31T16:43:39.093" v="57"/>
          <ac:spMkLst>
            <pc:docMk/>
            <pc:sldMk cId="0" sldId="263"/>
            <ac:spMk id="7" creationId="{5CE25237-3E46-6F47-B767-FA502633AC65}"/>
          </ac:spMkLst>
        </pc:spChg>
        <pc:spChg chg="add mod">
          <ac:chgData name="Samyak Jagtap" userId="fab308c070b6e54d" providerId="LiveId" clId="{C333D098-6AF2-48AA-ACB1-99C10C6737E7}" dt="2026-03-31T16:43:53.192" v="58"/>
          <ac:spMkLst>
            <pc:docMk/>
            <pc:sldMk cId="0" sldId="263"/>
            <ac:spMk id="8" creationId="{4F9B5177-C421-77AC-0151-C87F84A32986}"/>
          </ac:spMkLst>
        </pc:spChg>
        <pc:spChg chg="add mod">
          <ac:chgData name="Samyak Jagtap" userId="fab308c070b6e54d" providerId="LiveId" clId="{C333D098-6AF2-48AA-ACB1-99C10C6737E7}" dt="2026-03-31T16:47:52.327" v="112" actId="20577"/>
          <ac:spMkLst>
            <pc:docMk/>
            <pc:sldMk cId="0" sldId="263"/>
            <ac:spMk id="9" creationId="{0C7340C4-DA42-BEE7-46C1-4B0C5D053C69}"/>
          </ac:spMkLst>
        </pc:spChg>
        <pc:spChg chg="mod">
          <ac:chgData name="Samyak Jagtap" userId="fab308c070b6e54d" providerId="LiveId" clId="{C333D098-6AF2-48AA-ACB1-99C10C6737E7}" dt="2026-04-01T07:00:37.007" v="569" actId="1076"/>
          <ac:spMkLst>
            <pc:docMk/>
            <pc:sldMk cId="0" sldId="263"/>
            <ac:spMk id="283" creationId="{00000000-0000-0000-0000-000000000000}"/>
          </ac:spMkLst>
        </pc:spChg>
        <pc:spChg chg="del">
          <ac:chgData name="Samyak Jagtap" userId="fab308c070b6e54d" providerId="LiveId" clId="{C333D098-6AF2-48AA-ACB1-99C10C6737E7}" dt="2026-04-23T16:01:33.364" v="791" actId="478"/>
          <ac:spMkLst>
            <pc:docMk/>
            <pc:sldMk cId="0" sldId="263"/>
            <ac:spMk id="284" creationId="{00000000-0000-0000-0000-000000000000}"/>
          </ac:spMkLst>
        </pc:spChg>
        <pc:spChg chg="del">
          <ac:chgData name="Samyak Jagtap" userId="fab308c070b6e54d" providerId="LiveId" clId="{C333D098-6AF2-48AA-ACB1-99C10C6737E7}" dt="2026-04-23T16:01:34.210" v="792" actId="478"/>
          <ac:spMkLst>
            <pc:docMk/>
            <pc:sldMk cId="0" sldId="263"/>
            <ac:spMk id="286" creationId="{00000000-0000-0000-0000-000000000000}"/>
          </ac:spMkLst>
        </pc:spChg>
      </pc:sldChg>
      <pc:sldChg chg="addSp delSp modSp mod modNotes">
        <pc:chgData name="Samyak Jagtap" userId="fab308c070b6e54d" providerId="LiveId" clId="{C333D098-6AF2-48AA-ACB1-99C10C6737E7}" dt="2026-04-23T16:01:37.473" v="794" actId="478"/>
        <pc:sldMkLst>
          <pc:docMk/>
          <pc:sldMk cId="0" sldId="264"/>
        </pc:sldMkLst>
        <pc:spChg chg="add mod">
          <ac:chgData name="Samyak Jagtap" userId="fab308c070b6e54d" providerId="LiveId" clId="{C333D098-6AF2-48AA-ACB1-99C10C6737E7}" dt="2026-04-01T05:46:47.955" v="447" actId="14100"/>
          <ac:spMkLst>
            <pc:docMk/>
            <pc:sldMk cId="0" sldId="264"/>
            <ac:spMk id="2" creationId="{B5399649-3DDE-22BA-F217-D4A44E6B4DD8}"/>
          </ac:spMkLst>
        </pc:spChg>
        <pc:spChg chg="del">
          <ac:chgData name="Samyak Jagtap" userId="fab308c070b6e54d" providerId="LiveId" clId="{C333D098-6AF2-48AA-ACB1-99C10C6737E7}" dt="2026-04-23T16:01:36.488" v="793" actId="478"/>
          <ac:spMkLst>
            <pc:docMk/>
            <pc:sldMk cId="0" sldId="264"/>
            <ac:spMk id="309" creationId="{00000000-0000-0000-0000-000000000000}"/>
          </ac:spMkLst>
        </pc:spChg>
        <pc:spChg chg="del">
          <ac:chgData name="Samyak Jagtap" userId="fab308c070b6e54d" providerId="LiveId" clId="{C333D098-6AF2-48AA-ACB1-99C10C6737E7}" dt="2026-04-23T16:01:37.473" v="794" actId="478"/>
          <ac:spMkLst>
            <pc:docMk/>
            <pc:sldMk cId="0" sldId="264"/>
            <ac:spMk id="310" creationId="{00000000-0000-0000-0000-000000000000}"/>
          </ac:spMkLst>
        </pc:spChg>
      </pc:sldChg>
      <pc:sldChg chg="delSp modSp mod">
        <pc:chgData name="Samyak Jagtap" userId="fab308c070b6e54d" providerId="LiveId" clId="{C333D098-6AF2-48AA-ACB1-99C10C6737E7}" dt="2026-04-23T16:01:41.074" v="796" actId="478"/>
        <pc:sldMkLst>
          <pc:docMk/>
          <pc:sldMk cId="0" sldId="265"/>
        </pc:sldMkLst>
        <pc:spChg chg="mod">
          <ac:chgData name="Samyak Jagtap" userId="fab308c070b6e54d" providerId="LiveId" clId="{C333D098-6AF2-48AA-ACB1-99C10C6737E7}" dt="2026-03-31T16:41:54.885" v="50" actId="14100"/>
          <ac:spMkLst>
            <pc:docMk/>
            <pc:sldMk cId="0" sldId="265"/>
            <ac:spMk id="4" creationId="{378305F1-FF05-4288-F3C9-295C56C5FE58}"/>
          </ac:spMkLst>
        </pc:spChg>
        <pc:spChg chg="del">
          <ac:chgData name="Samyak Jagtap" userId="fab308c070b6e54d" providerId="LiveId" clId="{C333D098-6AF2-48AA-ACB1-99C10C6737E7}" dt="2026-04-23T16:01:40.152" v="795" actId="478"/>
          <ac:spMkLst>
            <pc:docMk/>
            <pc:sldMk cId="0" sldId="265"/>
            <ac:spMk id="334" creationId="{00000000-0000-0000-0000-000000000000}"/>
          </ac:spMkLst>
        </pc:spChg>
        <pc:spChg chg="del">
          <ac:chgData name="Samyak Jagtap" userId="fab308c070b6e54d" providerId="LiveId" clId="{C333D098-6AF2-48AA-ACB1-99C10C6737E7}" dt="2026-04-23T16:01:41.074" v="796" actId="478"/>
          <ac:spMkLst>
            <pc:docMk/>
            <pc:sldMk cId="0" sldId="265"/>
            <ac:spMk id="336" creationId="{00000000-0000-0000-0000-000000000000}"/>
          </ac:spMkLst>
        </pc:spChg>
      </pc:sldChg>
      <pc:sldChg chg="addSp delSp modSp mod">
        <pc:chgData name="Samyak Jagtap" userId="fab308c070b6e54d" providerId="LiveId" clId="{C333D098-6AF2-48AA-ACB1-99C10C6737E7}" dt="2026-04-23T16:01:51.289" v="801" actId="478"/>
        <pc:sldMkLst>
          <pc:docMk/>
          <pc:sldMk cId="0" sldId="266"/>
        </pc:sldMkLst>
        <pc:spChg chg="add mod">
          <ac:chgData name="Samyak Jagtap" userId="fab308c070b6e54d" providerId="LiveId" clId="{C333D098-6AF2-48AA-ACB1-99C10C6737E7}" dt="2026-04-01T03:06:37.197" v="272" actId="1076"/>
          <ac:spMkLst>
            <pc:docMk/>
            <pc:sldMk cId="0" sldId="266"/>
            <ac:spMk id="2" creationId="{CB63BA24-F63C-3B42-6197-D384B7278D3A}"/>
          </ac:spMkLst>
        </pc:spChg>
        <pc:spChg chg="del mod">
          <ac:chgData name="Samyak Jagtap" userId="fab308c070b6e54d" providerId="LiveId" clId="{C333D098-6AF2-48AA-ACB1-99C10C6737E7}" dt="2026-04-23T16:01:50.528" v="800" actId="478"/>
          <ac:spMkLst>
            <pc:docMk/>
            <pc:sldMk cId="0" sldId="266"/>
            <ac:spMk id="359" creationId="{00000000-0000-0000-0000-000000000000}"/>
          </ac:spMkLst>
        </pc:spChg>
        <pc:spChg chg="del">
          <ac:chgData name="Samyak Jagtap" userId="fab308c070b6e54d" providerId="LiveId" clId="{C333D098-6AF2-48AA-ACB1-99C10C6737E7}" dt="2026-04-23T16:01:51.289" v="801" actId="478"/>
          <ac:spMkLst>
            <pc:docMk/>
            <pc:sldMk cId="0" sldId="266"/>
            <ac:spMk id="361" creationId="{00000000-0000-0000-0000-000000000000}"/>
          </ac:spMkLst>
        </pc:spChg>
      </pc:sldChg>
      <pc:sldChg chg="addSp delSp modSp add mod setBg">
        <pc:chgData name="Samyak Jagtap" userId="fab308c070b6e54d" providerId="LiveId" clId="{C333D098-6AF2-48AA-ACB1-99C10C6737E7}" dt="2026-04-23T16:01:45.155" v="798" actId="478"/>
        <pc:sldMkLst>
          <pc:docMk/>
          <pc:sldMk cId="474306975" sldId="267"/>
        </pc:sldMkLst>
        <pc:spChg chg="mod">
          <ac:chgData name="Samyak Jagtap" userId="fab308c070b6e54d" providerId="LiveId" clId="{C333D098-6AF2-48AA-ACB1-99C10C6737E7}" dt="2026-04-01T07:03:24.080" v="621" actId="255"/>
          <ac:spMkLst>
            <pc:docMk/>
            <pc:sldMk cId="474306975" sldId="267"/>
            <ac:spMk id="355" creationId="{73A87F9C-6C0E-35BF-5813-5692686C9260}"/>
          </ac:spMkLst>
        </pc:spChg>
        <pc:spChg chg="del">
          <ac:chgData name="Samyak Jagtap" userId="fab308c070b6e54d" providerId="LiveId" clId="{C333D098-6AF2-48AA-ACB1-99C10C6737E7}" dt="2026-04-23T16:01:44.376" v="797" actId="478"/>
          <ac:spMkLst>
            <pc:docMk/>
            <pc:sldMk cId="474306975" sldId="267"/>
            <ac:spMk id="359" creationId="{2207C8FC-4015-9F74-5666-63B4EF1C5511}"/>
          </ac:spMkLst>
        </pc:spChg>
        <pc:spChg chg="del">
          <ac:chgData name="Samyak Jagtap" userId="fab308c070b6e54d" providerId="LiveId" clId="{C333D098-6AF2-48AA-ACB1-99C10C6737E7}" dt="2026-04-23T16:01:45.155" v="798" actId="478"/>
          <ac:spMkLst>
            <pc:docMk/>
            <pc:sldMk cId="474306975" sldId="267"/>
            <ac:spMk id="361" creationId="{59FB9EAE-A981-AD93-C98E-7A8CF5B19DB9}"/>
          </ac:spMkLst>
        </pc:spChg>
        <pc:grpChg chg="mod">
          <ac:chgData name="Samyak Jagtap" userId="fab308c070b6e54d" providerId="LiveId" clId="{C333D098-6AF2-48AA-ACB1-99C10C6737E7}" dt="2026-04-01T06:58:27.068" v="551" actId="1076"/>
          <ac:grpSpMkLst>
            <pc:docMk/>
            <pc:sldMk cId="474306975" sldId="267"/>
            <ac:grpSpMk id="343" creationId="{2765DB54-C086-8389-9714-2C45601C7313}"/>
          </ac:grpSpMkLst>
        </pc:grpChg>
        <pc:grpChg chg="mod">
          <ac:chgData name="Samyak Jagtap" userId="fab308c070b6e54d" providerId="LiveId" clId="{C333D098-6AF2-48AA-ACB1-99C10C6737E7}" dt="2026-04-01T07:03:33.571" v="622" actId="1076"/>
          <ac:grpSpMkLst>
            <pc:docMk/>
            <pc:sldMk cId="474306975" sldId="267"/>
            <ac:grpSpMk id="353" creationId="{A814DB65-7631-9A7C-3216-6914D2B2D8EF}"/>
          </ac:grpSpMkLst>
        </pc:grpChg>
        <pc:picChg chg="add mod">
          <ac:chgData name="Samyak Jagtap" userId="fab308c070b6e54d" providerId="LiveId" clId="{C333D098-6AF2-48AA-ACB1-99C10C6737E7}" dt="2026-04-01T06:59:20.056" v="564" actId="1076"/>
          <ac:picMkLst>
            <pc:docMk/>
            <pc:sldMk cId="474306975" sldId="267"/>
            <ac:picMk id="4" creationId="{E63F5E2D-6965-A643-86F7-DC931DBE6DA1}"/>
          </ac:picMkLst>
        </pc:picChg>
        <pc:picChg chg="add mod">
          <ac:chgData name="Samyak Jagtap" userId="fab308c070b6e54d" providerId="LiveId" clId="{C333D098-6AF2-48AA-ACB1-99C10C6737E7}" dt="2026-04-01T06:59:25.163" v="565" actId="1076"/>
          <ac:picMkLst>
            <pc:docMk/>
            <pc:sldMk cId="474306975" sldId="267"/>
            <ac:picMk id="6" creationId="{5DB819BC-EAFA-0ECE-5E42-5BEE3CB86FEA}"/>
          </ac:picMkLst>
        </pc:picChg>
      </pc:sldChg>
      <pc:sldMasterChg chg="delSldLayout">
        <pc:chgData name="Samyak Jagtap" userId="fab308c070b6e54d" providerId="LiveId" clId="{C333D098-6AF2-48AA-ACB1-99C10C6737E7}" dt="2026-04-01T05:47:23.370" v="451" actId="47"/>
        <pc:sldMasterMkLst>
          <pc:docMk/>
          <pc:sldMasterMk cId="0" sldId="2147483648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2" name="Google Shape;12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5" name="Google Shape;14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0" name="Google Shape;17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ca87ee7d9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5" name="Google Shape;195;g3dca87ee7d9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0" name="Google Shape;22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5" name="Google Shape;24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70" name="Google Shape;27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89" name="Google Shape;28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4" name="Google Shape;31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>
          <a:extLst>
            <a:ext uri="{FF2B5EF4-FFF2-40B4-BE49-F238E27FC236}">
              <a16:creationId xmlns:a16="http://schemas.microsoft.com/office/drawing/2014/main" id="{FAB6CFE4-3683-5265-E1E6-BE36D261B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10:notes">
            <a:extLst>
              <a:ext uri="{FF2B5EF4-FFF2-40B4-BE49-F238E27FC236}">
                <a16:creationId xmlns:a16="http://schemas.microsoft.com/office/drawing/2014/main" id="{5B2A5328-1AE4-0881-F2F6-E87AE4F26E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9" name="Google Shape;339;p10:notes">
            <a:extLst>
              <a:ext uri="{FF2B5EF4-FFF2-40B4-BE49-F238E27FC236}">
                <a16:creationId xmlns:a16="http://schemas.microsoft.com/office/drawing/2014/main" id="{5EA4F20B-F52F-EF9E-FBB3-2E8B5EDE1E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192101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9" name="Google Shape;33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1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1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nodejs.org/docs/latest/api/" TargetMode="External"/><Relationship Id="rId3" Type="http://schemas.openxmlformats.org/officeDocument/2006/relationships/image" Target="../media/image1.png"/><Relationship Id="rId7" Type="http://schemas.openxmlformats.org/officeDocument/2006/relationships/hyperlink" Target="https://owasp.org/www-project-top-ten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ongodb.com/docs/atlas/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hyperlink" Target="https://www.jwt.io/introduction#what-is-json-web-toke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FB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"/>
          <p:cNvSpPr/>
          <p:nvPr/>
        </p:nvSpPr>
        <p:spPr>
          <a:xfrm rot="-5400000">
            <a:off x="2915845" y="6786337"/>
            <a:ext cx="4729037" cy="7048700"/>
          </a:xfrm>
          <a:custGeom>
            <a:avLst/>
            <a:gdLst/>
            <a:ahLst/>
            <a:cxnLst/>
            <a:rect l="l" t="t" r="r" b="b"/>
            <a:pathLst>
              <a:path w="4729037" h="7048700" extrusionOk="0">
                <a:moveTo>
                  <a:pt x="0" y="0"/>
                </a:moveTo>
                <a:lnTo>
                  <a:pt x="4729037" y="0"/>
                </a:lnTo>
                <a:lnTo>
                  <a:pt x="4729037" y="7048700"/>
                </a:lnTo>
                <a:lnTo>
                  <a:pt x="0" y="7048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7000"/>
            </a:blip>
            <a:stretch>
              <a:fillRect/>
            </a:stretch>
          </a:blipFill>
          <a:ln>
            <a:noFill/>
          </a:ln>
        </p:spPr>
      </p:sp>
      <p:sp>
        <p:nvSpPr>
          <p:cNvPr id="126" name="Google Shape;126;p2"/>
          <p:cNvSpPr/>
          <p:nvPr/>
        </p:nvSpPr>
        <p:spPr>
          <a:xfrm>
            <a:off x="1028700" y="1028700"/>
            <a:ext cx="16230707" cy="8229655"/>
          </a:xfrm>
          <a:custGeom>
            <a:avLst/>
            <a:gdLst/>
            <a:ahLst/>
            <a:cxnLst/>
            <a:rect l="l" t="t" r="r" b="b"/>
            <a:pathLst>
              <a:path w="4274726" h="2167467" extrusionOk="0">
                <a:moveTo>
                  <a:pt x="24327" y="0"/>
                </a:moveTo>
                <a:lnTo>
                  <a:pt x="4250399" y="0"/>
                </a:lnTo>
                <a:cubicBezTo>
                  <a:pt x="4263834" y="0"/>
                  <a:pt x="4274726" y="10891"/>
                  <a:pt x="4274726" y="24327"/>
                </a:cubicBezTo>
                <a:lnTo>
                  <a:pt x="4274726" y="2143140"/>
                </a:lnTo>
                <a:cubicBezTo>
                  <a:pt x="4274726" y="2156575"/>
                  <a:pt x="4263834" y="2167467"/>
                  <a:pt x="4250399" y="2167467"/>
                </a:cubicBezTo>
                <a:lnTo>
                  <a:pt x="24327" y="2167467"/>
                </a:lnTo>
                <a:cubicBezTo>
                  <a:pt x="10891" y="2167467"/>
                  <a:pt x="0" y="2156575"/>
                  <a:pt x="0" y="2143140"/>
                </a:cubicBezTo>
                <a:lnTo>
                  <a:pt x="0" y="24327"/>
                </a:lnTo>
                <a:cubicBezTo>
                  <a:pt x="0" y="10891"/>
                  <a:pt x="10891" y="0"/>
                  <a:pt x="24327" y="0"/>
                </a:cubicBezTo>
                <a:close/>
              </a:path>
            </a:pathLst>
          </a:custGeom>
          <a:solidFill>
            <a:srgbClr val="FDFB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2"/>
          <p:cNvSpPr txBox="1"/>
          <p:nvPr/>
        </p:nvSpPr>
        <p:spPr>
          <a:xfrm>
            <a:off x="1028700" y="739376"/>
            <a:ext cx="16230707" cy="8518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4772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4772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4772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2"/>
          <p:cNvSpPr/>
          <p:nvPr/>
        </p:nvSpPr>
        <p:spPr>
          <a:xfrm>
            <a:off x="14083144" y="8450319"/>
            <a:ext cx="2448843" cy="405172"/>
          </a:xfrm>
          <a:custGeom>
            <a:avLst/>
            <a:gdLst/>
            <a:ahLst/>
            <a:cxnLst/>
            <a:rect l="l" t="t" r="r" b="b"/>
            <a:pathLst>
              <a:path w="2448843" h="405172" extrusionOk="0">
                <a:moveTo>
                  <a:pt x="0" y="0"/>
                </a:moveTo>
                <a:lnTo>
                  <a:pt x="2448843" y="0"/>
                </a:lnTo>
                <a:lnTo>
                  <a:pt x="2448843" y="405172"/>
                </a:lnTo>
                <a:lnTo>
                  <a:pt x="0" y="4051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29" name="Google Shape;129;p2"/>
          <p:cNvGrpSpPr/>
          <p:nvPr/>
        </p:nvGrpSpPr>
        <p:grpSpPr>
          <a:xfrm>
            <a:off x="4832658" y="2539782"/>
            <a:ext cx="8282841" cy="1972834"/>
            <a:chOff x="0" y="-76200"/>
            <a:chExt cx="2092276" cy="405540"/>
          </a:xfrm>
        </p:grpSpPr>
        <p:sp>
          <p:nvSpPr>
            <p:cNvPr id="130" name="Google Shape;130;p2"/>
            <p:cNvSpPr/>
            <p:nvPr/>
          </p:nvSpPr>
          <p:spPr>
            <a:xfrm>
              <a:off x="0" y="0"/>
              <a:ext cx="2092276" cy="329340"/>
            </a:xfrm>
            <a:custGeom>
              <a:avLst/>
              <a:gdLst/>
              <a:ahLst/>
              <a:cxnLst/>
              <a:rect l="l" t="t" r="r" b="b"/>
              <a:pathLst>
                <a:path w="2092276" h="329340" extrusionOk="0">
                  <a:moveTo>
                    <a:pt x="0" y="0"/>
                  </a:moveTo>
                  <a:lnTo>
                    <a:pt x="2092276" y="0"/>
                  </a:lnTo>
                  <a:lnTo>
                    <a:pt x="2092276" y="329340"/>
                  </a:lnTo>
                  <a:lnTo>
                    <a:pt x="0" y="329340"/>
                  </a:lnTo>
                  <a:close/>
                </a:path>
              </a:pathLst>
            </a:custGeom>
            <a:solidFill>
              <a:srgbClr val="EAD6FF"/>
            </a:solidFill>
            <a:ln>
              <a:noFill/>
            </a:ln>
          </p:spPr>
        </p:sp>
        <p:sp>
          <p:nvSpPr>
            <p:cNvPr id="131" name="Google Shape;131;p2"/>
            <p:cNvSpPr txBox="1"/>
            <p:nvPr/>
          </p:nvSpPr>
          <p:spPr>
            <a:xfrm>
              <a:off x="0" y="-76200"/>
              <a:ext cx="2092276" cy="40554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2" name="Google Shape;132;p2"/>
          <p:cNvSpPr txBox="1"/>
          <p:nvPr/>
        </p:nvSpPr>
        <p:spPr>
          <a:xfrm>
            <a:off x="689414" y="1334356"/>
            <a:ext cx="162306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(Auto</a:t>
            </a: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nomous Institute </a:t>
            </a:r>
            <a:r>
              <a:rPr lang="en-US" sz="20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Affiliated to University of Mumbai)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2"/>
          <p:cNvSpPr/>
          <p:nvPr/>
        </p:nvSpPr>
        <p:spPr>
          <a:xfrm>
            <a:off x="689414" y="154282"/>
            <a:ext cx="1713069" cy="1643692"/>
          </a:xfrm>
          <a:custGeom>
            <a:avLst/>
            <a:gdLst/>
            <a:ahLst/>
            <a:cxnLst/>
            <a:rect l="l" t="t" r="r" b="b"/>
            <a:pathLst>
              <a:path w="1713069" h="1643692" extrusionOk="0">
                <a:moveTo>
                  <a:pt x="0" y="0"/>
                </a:moveTo>
                <a:lnTo>
                  <a:pt x="1713068" y="0"/>
                </a:lnTo>
                <a:lnTo>
                  <a:pt x="1713068" y="1643692"/>
                </a:lnTo>
                <a:lnTo>
                  <a:pt x="0" y="1643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6" name="Google Shape;136;p2"/>
          <p:cNvSpPr txBox="1"/>
          <p:nvPr/>
        </p:nvSpPr>
        <p:spPr>
          <a:xfrm>
            <a:off x="2631082" y="523875"/>
            <a:ext cx="13025835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99"/>
              <a:buFont typeface="Arial"/>
              <a:buNone/>
            </a:pPr>
            <a:r>
              <a:rPr lang="en-US" sz="2999" b="1" i="0" u="none" strike="noStrike" cap="non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VIDYAVARDHINI’S COLLEGE OF ENGINEERING AND TECHNOLOGY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2"/>
          <p:cNvSpPr txBox="1"/>
          <p:nvPr/>
        </p:nvSpPr>
        <p:spPr>
          <a:xfrm>
            <a:off x="3006604" y="928503"/>
            <a:ext cx="11596219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99"/>
              <a:buFont typeface="Arial"/>
              <a:buNone/>
            </a:pPr>
            <a:r>
              <a:rPr lang="en-US" sz="2399" b="1" i="0" u="none" strike="noStrike" cap="none">
                <a:solidFill>
                  <a:srgbClr val="050A30"/>
                </a:solidFill>
                <a:latin typeface="Times"/>
                <a:ea typeface="Times"/>
                <a:cs typeface="Times"/>
                <a:sym typeface="Times"/>
              </a:rPr>
              <a:t>(NBA &amp; NAAC Accredited)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2"/>
          <p:cNvSpPr txBox="1"/>
          <p:nvPr/>
        </p:nvSpPr>
        <p:spPr>
          <a:xfrm>
            <a:off x="3383283" y="5521509"/>
            <a:ext cx="7435925" cy="32316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  <a:buSzPts val="2600"/>
            </a:pPr>
            <a:r>
              <a:rPr lang="en-US" sz="3000" b="0" i="0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Group Member: </a:t>
            </a:r>
            <a:r>
              <a:rPr lang="en-IN" sz="3000" b="0" i="0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46</a:t>
            </a: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IN" sz="3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Aklesh</a:t>
            </a: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Harijan</a:t>
            </a:r>
          </a:p>
          <a:p>
            <a:pPr lvl="0">
              <a:lnSpc>
                <a:spcPct val="140000"/>
              </a:lnSpc>
              <a:buSzPts val="2600"/>
            </a:pP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        49- Sanskar Jadhav </a:t>
            </a:r>
          </a:p>
          <a:p>
            <a:pPr lvl="1">
              <a:lnSpc>
                <a:spcPct val="140000"/>
              </a:lnSpc>
              <a:buSzPts val="2600"/>
            </a:pP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        50- Samyak Jagtap </a:t>
            </a:r>
          </a:p>
          <a:p>
            <a:pPr lvl="1">
              <a:lnSpc>
                <a:spcPct val="140000"/>
              </a:lnSpc>
              <a:buSzPts val="2600"/>
            </a:pP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        52- Abhishek </a:t>
            </a:r>
            <a:r>
              <a:rPr lang="en-IN" sz="3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Jambhale</a:t>
            </a:r>
            <a:endParaRPr lang="en-US" sz="3000" b="0" i="0" u="none" strike="noStrike" cap="none" dirty="0">
              <a:solidFill>
                <a:srgbClr val="00000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lvl="0">
              <a:lnSpc>
                <a:spcPct val="140000"/>
              </a:lnSpc>
              <a:buSzPts val="2600"/>
            </a:pPr>
            <a:endParaRPr sz="3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2"/>
          <p:cNvSpPr txBox="1"/>
          <p:nvPr/>
        </p:nvSpPr>
        <p:spPr>
          <a:xfrm>
            <a:off x="5256115" y="3124311"/>
            <a:ext cx="7435925" cy="1141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99"/>
              <a:buFont typeface="Arial"/>
              <a:buNone/>
            </a:pPr>
            <a:r>
              <a:rPr lang="en-US" sz="3499" b="0" i="0" u="none" strike="noStrike" cap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Title : </a:t>
            </a:r>
            <a:r>
              <a:rPr lang="en-US" sz="3499" b="0" i="0" u="none" strike="noStrike" cap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InveXa</a:t>
            </a:r>
            <a:r>
              <a:rPr lang="en-US" sz="3499" b="0" i="0" u="none" strike="noStrike" cap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499" b="0" i="0" u="none" strike="noStrike" cap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STacK</a:t>
            </a:r>
            <a:r>
              <a:rPr lang="en-US" sz="3499" b="0" i="0" u="none" strike="noStrike" cap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</a:p>
          <a:p>
            <a:pPr marL="0" marR="0" lvl="0" indent="0" algn="ctr" rtl="0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99"/>
              <a:buFont typeface="Arial"/>
              <a:buNone/>
            </a:pPr>
            <a:r>
              <a:rPr lang="en-IN" dirty="0"/>
              <a:t> </a:t>
            </a:r>
            <a:r>
              <a:rPr lang="en-IN" sz="1800" b="1" dirty="0"/>
              <a:t>A multistore  Grocery- Inventory  system  with  Demand  prediction</a:t>
            </a:r>
            <a:endParaRPr sz="18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2"/>
          <p:cNvSpPr txBox="1"/>
          <p:nvPr/>
        </p:nvSpPr>
        <p:spPr>
          <a:xfrm>
            <a:off x="3383283" y="4818070"/>
            <a:ext cx="6879832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  <a:buSzPts val="2600"/>
            </a:pPr>
            <a:r>
              <a:rPr lang="en-US" sz="3000" b="0" i="0" u="none" strike="noStrike" cap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Track No. : </a:t>
            </a: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 – Mobile &amp; Web Application</a:t>
            </a:r>
            <a:endParaRPr sz="3000" b="0" i="0" u="none" strike="noStrike" cap="none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sp>
        <p:nvSpPr>
          <p:cNvPr id="141" name="Google Shape;141;p2"/>
          <p:cNvSpPr txBox="1"/>
          <p:nvPr/>
        </p:nvSpPr>
        <p:spPr>
          <a:xfrm>
            <a:off x="10733855" y="4816694"/>
            <a:ext cx="275013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lang="en-US" sz="3000" b="0" i="0" u="none" strike="noStrike" cap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Group No:</a:t>
            </a:r>
            <a:r>
              <a:rPr lang="en-US" sz="3000" dirty="0">
                <a:latin typeface="Times New Roman"/>
                <a:ea typeface="Times New Roman"/>
                <a:cs typeface="Times New Roman"/>
                <a:sym typeface="Times New Roman"/>
              </a:rPr>
              <a:t>13</a:t>
            </a:r>
            <a:endParaRPr sz="3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FB"/>
        </a:soli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"/>
          <p:cNvSpPr/>
          <p:nvPr/>
        </p:nvSpPr>
        <p:spPr>
          <a:xfrm rot="-5400000">
            <a:off x="10693624" y="-3524350"/>
            <a:ext cx="4729037" cy="7048700"/>
          </a:xfrm>
          <a:custGeom>
            <a:avLst/>
            <a:gdLst/>
            <a:ahLst/>
            <a:cxnLst/>
            <a:rect l="l" t="t" r="r" b="b"/>
            <a:pathLst>
              <a:path w="4729037" h="7048700" extrusionOk="0">
                <a:moveTo>
                  <a:pt x="0" y="0"/>
                </a:moveTo>
                <a:lnTo>
                  <a:pt x="4729037" y="0"/>
                </a:lnTo>
                <a:lnTo>
                  <a:pt x="4729037" y="7048700"/>
                </a:lnTo>
                <a:lnTo>
                  <a:pt x="0" y="7048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7000"/>
            </a:blip>
            <a:stretch>
              <a:fillRect/>
            </a:stretch>
          </a:blipFill>
          <a:ln>
            <a:noFill/>
          </a:ln>
        </p:spPr>
      </p:sp>
      <p:sp>
        <p:nvSpPr>
          <p:cNvPr id="148" name="Google Shape;148;p3"/>
          <p:cNvSpPr/>
          <p:nvPr/>
        </p:nvSpPr>
        <p:spPr>
          <a:xfrm rot="-5400000">
            <a:off x="2915845" y="6786337"/>
            <a:ext cx="4729037" cy="7048700"/>
          </a:xfrm>
          <a:custGeom>
            <a:avLst/>
            <a:gdLst/>
            <a:ahLst/>
            <a:cxnLst/>
            <a:rect l="l" t="t" r="r" b="b"/>
            <a:pathLst>
              <a:path w="4729037" h="7048700" extrusionOk="0">
                <a:moveTo>
                  <a:pt x="0" y="0"/>
                </a:moveTo>
                <a:lnTo>
                  <a:pt x="4729037" y="0"/>
                </a:lnTo>
                <a:lnTo>
                  <a:pt x="4729037" y="7048700"/>
                </a:lnTo>
                <a:lnTo>
                  <a:pt x="0" y="7048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7000"/>
            </a:blip>
            <a:stretch>
              <a:fillRect/>
            </a:stretch>
          </a:blipFill>
          <a:ln>
            <a:noFill/>
          </a:ln>
        </p:spPr>
      </p:sp>
      <p:grpSp>
        <p:nvGrpSpPr>
          <p:cNvPr id="149" name="Google Shape;149;p3"/>
          <p:cNvGrpSpPr/>
          <p:nvPr/>
        </p:nvGrpSpPr>
        <p:grpSpPr>
          <a:xfrm>
            <a:off x="1028700" y="739378"/>
            <a:ext cx="16230600" cy="8518922"/>
            <a:chOff x="0" y="-76200"/>
            <a:chExt cx="4274726" cy="2243667"/>
          </a:xfrm>
        </p:grpSpPr>
        <p:sp>
          <p:nvSpPr>
            <p:cNvPr id="150" name="Google Shape;150;p3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 extrusionOk="0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DFB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" name="Google Shape;151;p3"/>
            <p:cNvSpPr txBox="1"/>
            <p:nvPr/>
          </p:nvSpPr>
          <p:spPr>
            <a:xfrm>
              <a:off x="0" y="-76200"/>
              <a:ext cx="4274726" cy="2243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 </a:t>
              </a:r>
              <a:endParaRPr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3"/>
          <p:cNvSpPr/>
          <p:nvPr/>
        </p:nvSpPr>
        <p:spPr>
          <a:xfrm>
            <a:off x="1756013" y="1534701"/>
            <a:ext cx="2448843" cy="405172"/>
          </a:xfrm>
          <a:custGeom>
            <a:avLst/>
            <a:gdLst/>
            <a:ahLst/>
            <a:cxnLst/>
            <a:rect l="l" t="t" r="r" b="b"/>
            <a:pathLst>
              <a:path w="2448843" h="405172" extrusionOk="0">
                <a:moveTo>
                  <a:pt x="0" y="0"/>
                </a:moveTo>
                <a:lnTo>
                  <a:pt x="2448843" y="0"/>
                </a:lnTo>
                <a:lnTo>
                  <a:pt x="2448843" y="405172"/>
                </a:lnTo>
                <a:lnTo>
                  <a:pt x="0" y="4051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53" name="Google Shape;153;p3"/>
          <p:cNvSpPr/>
          <p:nvPr/>
        </p:nvSpPr>
        <p:spPr>
          <a:xfrm>
            <a:off x="14083144" y="8450319"/>
            <a:ext cx="2448843" cy="405172"/>
          </a:xfrm>
          <a:custGeom>
            <a:avLst/>
            <a:gdLst/>
            <a:ahLst/>
            <a:cxnLst/>
            <a:rect l="l" t="t" r="r" b="b"/>
            <a:pathLst>
              <a:path w="2448843" h="405172" extrusionOk="0">
                <a:moveTo>
                  <a:pt x="0" y="0"/>
                </a:moveTo>
                <a:lnTo>
                  <a:pt x="2448843" y="0"/>
                </a:lnTo>
                <a:lnTo>
                  <a:pt x="2448843" y="405172"/>
                </a:lnTo>
                <a:lnTo>
                  <a:pt x="0" y="4051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54" name="Google Shape;154;p3"/>
          <p:cNvSpPr/>
          <p:nvPr/>
        </p:nvSpPr>
        <p:spPr>
          <a:xfrm rot="-5400000">
            <a:off x="16076374" y="-2482323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2" y="0"/>
                </a:lnTo>
                <a:lnTo>
                  <a:pt x="4423252" y="6592922"/>
                </a:lnTo>
                <a:lnTo>
                  <a:pt x="0" y="659292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55" name="Google Shape;155;p3"/>
          <p:cNvSpPr/>
          <p:nvPr/>
        </p:nvSpPr>
        <p:spPr>
          <a:xfrm rot="-5400000">
            <a:off x="-2250585" y="6195701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1" y="0"/>
                </a:lnTo>
                <a:lnTo>
                  <a:pt x="4423251" y="6592923"/>
                </a:lnTo>
                <a:lnTo>
                  <a:pt x="0" y="65929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56" name="Google Shape;156;p3"/>
          <p:cNvGrpSpPr/>
          <p:nvPr/>
        </p:nvGrpSpPr>
        <p:grpSpPr>
          <a:xfrm>
            <a:off x="6341594" y="1300762"/>
            <a:ext cx="5481584" cy="1189501"/>
            <a:chOff x="0" y="-76200"/>
            <a:chExt cx="1785490" cy="387451"/>
          </a:xfrm>
        </p:grpSpPr>
        <p:sp>
          <p:nvSpPr>
            <p:cNvPr id="157" name="Google Shape;157;p3"/>
            <p:cNvSpPr/>
            <p:nvPr/>
          </p:nvSpPr>
          <p:spPr>
            <a:xfrm>
              <a:off x="0" y="0"/>
              <a:ext cx="1785490" cy="311251"/>
            </a:xfrm>
            <a:custGeom>
              <a:avLst/>
              <a:gdLst/>
              <a:ahLst/>
              <a:cxnLst/>
              <a:rect l="l" t="t" r="r" b="b"/>
              <a:pathLst>
                <a:path w="1785490" h="311251" extrusionOk="0">
                  <a:moveTo>
                    <a:pt x="0" y="0"/>
                  </a:moveTo>
                  <a:lnTo>
                    <a:pt x="1785490" y="0"/>
                  </a:lnTo>
                  <a:lnTo>
                    <a:pt x="1785490" y="311251"/>
                  </a:lnTo>
                  <a:lnTo>
                    <a:pt x="0" y="311251"/>
                  </a:lnTo>
                  <a:close/>
                </a:path>
              </a:pathLst>
            </a:custGeom>
            <a:solidFill>
              <a:srgbClr val="EAD6FF"/>
            </a:solidFill>
            <a:ln>
              <a:noFill/>
            </a:ln>
          </p:spPr>
        </p:sp>
        <p:sp>
          <p:nvSpPr>
            <p:cNvPr id="158" name="Google Shape;158;p3"/>
            <p:cNvSpPr txBox="1"/>
            <p:nvPr/>
          </p:nvSpPr>
          <p:spPr>
            <a:xfrm>
              <a:off x="0" y="-76200"/>
              <a:ext cx="1785490" cy="3874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9" name="Google Shape;159;p3"/>
          <p:cNvGrpSpPr/>
          <p:nvPr/>
        </p:nvGrpSpPr>
        <p:grpSpPr>
          <a:xfrm>
            <a:off x="6464822" y="1457785"/>
            <a:ext cx="5481584" cy="1189501"/>
            <a:chOff x="0" y="-76200"/>
            <a:chExt cx="1785490" cy="387451"/>
          </a:xfrm>
        </p:grpSpPr>
        <p:sp>
          <p:nvSpPr>
            <p:cNvPr id="160" name="Google Shape;160;p3"/>
            <p:cNvSpPr/>
            <p:nvPr/>
          </p:nvSpPr>
          <p:spPr>
            <a:xfrm>
              <a:off x="0" y="0"/>
              <a:ext cx="1785490" cy="311251"/>
            </a:xfrm>
            <a:custGeom>
              <a:avLst/>
              <a:gdLst/>
              <a:ahLst/>
              <a:cxnLst/>
              <a:rect l="l" t="t" r="r" b="b"/>
              <a:pathLst>
                <a:path w="1785490" h="311251" extrusionOk="0">
                  <a:moveTo>
                    <a:pt x="0" y="0"/>
                  </a:moveTo>
                  <a:lnTo>
                    <a:pt x="1785490" y="0"/>
                  </a:lnTo>
                  <a:lnTo>
                    <a:pt x="1785490" y="311251"/>
                  </a:lnTo>
                  <a:lnTo>
                    <a:pt x="0" y="31125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76200" cap="sq" cmpd="sng">
              <a:solidFill>
                <a:srgbClr val="CB74F7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61" name="Google Shape;161;p3"/>
            <p:cNvSpPr txBox="1"/>
            <p:nvPr/>
          </p:nvSpPr>
          <p:spPr>
            <a:xfrm>
              <a:off x="0" y="-76200"/>
              <a:ext cx="1785490" cy="3874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2" name="Google Shape;162;p3"/>
          <p:cNvSpPr/>
          <p:nvPr/>
        </p:nvSpPr>
        <p:spPr>
          <a:xfrm rot="-5400000">
            <a:off x="17620984" y="1556567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2" y="0"/>
                </a:lnTo>
                <a:lnTo>
                  <a:pt x="4423252" y="6592923"/>
                </a:lnTo>
                <a:lnTo>
                  <a:pt x="0" y="65929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63" name="Google Shape;163;p3"/>
          <p:cNvSpPr/>
          <p:nvPr/>
        </p:nvSpPr>
        <p:spPr>
          <a:xfrm rot="-5400000" flipH="1">
            <a:off x="-3752074" y="2286941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4423252" y="0"/>
                </a:moveTo>
                <a:lnTo>
                  <a:pt x="0" y="0"/>
                </a:lnTo>
                <a:lnTo>
                  <a:pt x="0" y="6592923"/>
                </a:lnTo>
                <a:lnTo>
                  <a:pt x="4423252" y="6592923"/>
                </a:lnTo>
                <a:lnTo>
                  <a:pt x="4423252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64" name="Google Shape;164;p3"/>
          <p:cNvSpPr txBox="1"/>
          <p:nvPr/>
        </p:nvSpPr>
        <p:spPr>
          <a:xfrm>
            <a:off x="7052555" y="1803903"/>
            <a:ext cx="4182889" cy="6550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34"/>
              <a:buFont typeface="Arial"/>
              <a:buNone/>
            </a:pPr>
            <a:r>
              <a:rPr lang="en-US" sz="3834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ABSTRACT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3"/>
          <p:cNvSpPr/>
          <p:nvPr/>
        </p:nvSpPr>
        <p:spPr>
          <a:xfrm>
            <a:off x="189876" y="296181"/>
            <a:ext cx="1713069" cy="1643692"/>
          </a:xfrm>
          <a:custGeom>
            <a:avLst/>
            <a:gdLst/>
            <a:ahLst/>
            <a:cxnLst/>
            <a:rect l="l" t="t" r="r" b="b"/>
            <a:pathLst>
              <a:path w="1713069" h="1643692" extrusionOk="0">
                <a:moveTo>
                  <a:pt x="0" y="0"/>
                </a:moveTo>
                <a:lnTo>
                  <a:pt x="1713068" y="0"/>
                </a:lnTo>
                <a:lnTo>
                  <a:pt x="1713068" y="1643692"/>
                </a:lnTo>
                <a:lnTo>
                  <a:pt x="0" y="1643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CBF088-C003-D9A1-E64B-67A26E72B287}"/>
              </a:ext>
            </a:extLst>
          </p:cNvPr>
          <p:cNvSpPr txBox="1"/>
          <p:nvPr/>
        </p:nvSpPr>
        <p:spPr>
          <a:xfrm>
            <a:off x="1756012" y="2641402"/>
            <a:ext cx="13082205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Problem: 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Grocery inventory systems often lack real-time tracking, automation, and secure multi-store handling, causing waste and stock issues.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Solution: </a:t>
            </a:r>
            <a:r>
              <a:rPr lang="en-US" altLang="en-US" sz="3000" i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InveXa</a:t>
            </a:r>
            <a:r>
              <a:rPr lang="en-US" altLang="en-US" sz="30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3000" i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STacK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is a MERN-based system with database isolation for secure multi-store operations.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Features: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Tracks products by expiry, batch, and location, with automated low-stock alerts to suppliers.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Analysis: 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 data analytics and AI for forecasting, demand insights, and reducing overstock, with scope for future expansion.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FB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4"/>
          <p:cNvSpPr/>
          <p:nvPr/>
        </p:nvSpPr>
        <p:spPr>
          <a:xfrm rot="-5400000">
            <a:off x="10693624" y="-3524350"/>
            <a:ext cx="4729037" cy="7048700"/>
          </a:xfrm>
          <a:custGeom>
            <a:avLst/>
            <a:gdLst/>
            <a:ahLst/>
            <a:cxnLst/>
            <a:rect l="l" t="t" r="r" b="b"/>
            <a:pathLst>
              <a:path w="4729037" h="7048700" extrusionOk="0">
                <a:moveTo>
                  <a:pt x="0" y="0"/>
                </a:moveTo>
                <a:lnTo>
                  <a:pt x="4729037" y="0"/>
                </a:lnTo>
                <a:lnTo>
                  <a:pt x="4729037" y="7048700"/>
                </a:lnTo>
                <a:lnTo>
                  <a:pt x="0" y="7048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7000"/>
            </a:blip>
            <a:stretch>
              <a:fillRect/>
            </a:stretch>
          </a:blipFill>
          <a:ln>
            <a:noFill/>
          </a:ln>
        </p:spPr>
      </p:sp>
      <p:sp>
        <p:nvSpPr>
          <p:cNvPr id="173" name="Google Shape;173;p4"/>
          <p:cNvSpPr/>
          <p:nvPr/>
        </p:nvSpPr>
        <p:spPr>
          <a:xfrm rot="-5400000">
            <a:off x="2915845" y="6786337"/>
            <a:ext cx="4729037" cy="7048700"/>
          </a:xfrm>
          <a:custGeom>
            <a:avLst/>
            <a:gdLst/>
            <a:ahLst/>
            <a:cxnLst/>
            <a:rect l="l" t="t" r="r" b="b"/>
            <a:pathLst>
              <a:path w="4729037" h="7048700" extrusionOk="0">
                <a:moveTo>
                  <a:pt x="0" y="0"/>
                </a:moveTo>
                <a:lnTo>
                  <a:pt x="4729037" y="0"/>
                </a:lnTo>
                <a:lnTo>
                  <a:pt x="4729037" y="7048700"/>
                </a:lnTo>
                <a:lnTo>
                  <a:pt x="0" y="7048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7000"/>
            </a:blip>
            <a:stretch>
              <a:fillRect/>
            </a:stretch>
          </a:blipFill>
          <a:ln>
            <a:noFill/>
          </a:ln>
        </p:spPr>
      </p:sp>
      <p:grpSp>
        <p:nvGrpSpPr>
          <p:cNvPr id="174" name="Google Shape;174;p4"/>
          <p:cNvGrpSpPr/>
          <p:nvPr/>
        </p:nvGrpSpPr>
        <p:grpSpPr>
          <a:xfrm>
            <a:off x="1028700" y="739378"/>
            <a:ext cx="16230600" cy="8518922"/>
            <a:chOff x="0" y="-76200"/>
            <a:chExt cx="4274726" cy="2243667"/>
          </a:xfrm>
        </p:grpSpPr>
        <p:sp>
          <p:nvSpPr>
            <p:cNvPr id="175" name="Google Shape;175;p4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 extrusionOk="0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DFB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4"/>
            <p:cNvSpPr txBox="1"/>
            <p:nvPr/>
          </p:nvSpPr>
          <p:spPr>
            <a:xfrm>
              <a:off x="0" y="-76200"/>
              <a:ext cx="4274726" cy="2243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7" name="Google Shape;177;p4"/>
          <p:cNvSpPr/>
          <p:nvPr/>
        </p:nvSpPr>
        <p:spPr>
          <a:xfrm>
            <a:off x="1756013" y="1534701"/>
            <a:ext cx="2448843" cy="405172"/>
          </a:xfrm>
          <a:custGeom>
            <a:avLst/>
            <a:gdLst/>
            <a:ahLst/>
            <a:cxnLst/>
            <a:rect l="l" t="t" r="r" b="b"/>
            <a:pathLst>
              <a:path w="2448843" h="405172" extrusionOk="0">
                <a:moveTo>
                  <a:pt x="0" y="0"/>
                </a:moveTo>
                <a:lnTo>
                  <a:pt x="2448843" y="0"/>
                </a:lnTo>
                <a:lnTo>
                  <a:pt x="2448843" y="405172"/>
                </a:lnTo>
                <a:lnTo>
                  <a:pt x="0" y="4051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78" name="Google Shape;178;p4"/>
          <p:cNvSpPr/>
          <p:nvPr/>
        </p:nvSpPr>
        <p:spPr>
          <a:xfrm>
            <a:off x="14083144" y="8450319"/>
            <a:ext cx="2448843" cy="405172"/>
          </a:xfrm>
          <a:custGeom>
            <a:avLst/>
            <a:gdLst/>
            <a:ahLst/>
            <a:cxnLst/>
            <a:rect l="l" t="t" r="r" b="b"/>
            <a:pathLst>
              <a:path w="2448843" h="405172" extrusionOk="0">
                <a:moveTo>
                  <a:pt x="0" y="0"/>
                </a:moveTo>
                <a:lnTo>
                  <a:pt x="2448843" y="0"/>
                </a:lnTo>
                <a:lnTo>
                  <a:pt x="2448843" y="405172"/>
                </a:lnTo>
                <a:lnTo>
                  <a:pt x="0" y="4051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79" name="Google Shape;179;p4"/>
          <p:cNvSpPr/>
          <p:nvPr/>
        </p:nvSpPr>
        <p:spPr>
          <a:xfrm rot="-5400000">
            <a:off x="16076374" y="-2482323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2" y="0"/>
                </a:lnTo>
                <a:lnTo>
                  <a:pt x="4423252" y="6592922"/>
                </a:lnTo>
                <a:lnTo>
                  <a:pt x="0" y="659292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80" name="Google Shape;180;p4"/>
          <p:cNvSpPr/>
          <p:nvPr/>
        </p:nvSpPr>
        <p:spPr>
          <a:xfrm rot="-5400000">
            <a:off x="-2250585" y="6195701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1" y="0"/>
                </a:lnTo>
                <a:lnTo>
                  <a:pt x="4423251" y="6592923"/>
                </a:lnTo>
                <a:lnTo>
                  <a:pt x="0" y="65929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81" name="Google Shape;181;p4"/>
          <p:cNvGrpSpPr/>
          <p:nvPr/>
        </p:nvGrpSpPr>
        <p:grpSpPr>
          <a:xfrm>
            <a:off x="6341594" y="1300762"/>
            <a:ext cx="5481584" cy="1189501"/>
            <a:chOff x="0" y="-76200"/>
            <a:chExt cx="1785490" cy="387451"/>
          </a:xfrm>
        </p:grpSpPr>
        <p:sp>
          <p:nvSpPr>
            <p:cNvPr id="182" name="Google Shape;182;p4"/>
            <p:cNvSpPr/>
            <p:nvPr/>
          </p:nvSpPr>
          <p:spPr>
            <a:xfrm>
              <a:off x="0" y="0"/>
              <a:ext cx="1785490" cy="311251"/>
            </a:xfrm>
            <a:custGeom>
              <a:avLst/>
              <a:gdLst/>
              <a:ahLst/>
              <a:cxnLst/>
              <a:rect l="l" t="t" r="r" b="b"/>
              <a:pathLst>
                <a:path w="1785490" h="311251" extrusionOk="0">
                  <a:moveTo>
                    <a:pt x="0" y="0"/>
                  </a:moveTo>
                  <a:lnTo>
                    <a:pt x="1785490" y="0"/>
                  </a:lnTo>
                  <a:lnTo>
                    <a:pt x="1785490" y="311251"/>
                  </a:lnTo>
                  <a:lnTo>
                    <a:pt x="0" y="311251"/>
                  </a:lnTo>
                  <a:close/>
                </a:path>
              </a:pathLst>
            </a:custGeom>
            <a:solidFill>
              <a:srgbClr val="EAD6FF"/>
            </a:solidFill>
            <a:ln>
              <a:noFill/>
            </a:ln>
          </p:spPr>
        </p:sp>
        <p:sp>
          <p:nvSpPr>
            <p:cNvPr id="183" name="Google Shape;183;p4"/>
            <p:cNvSpPr txBox="1"/>
            <p:nvPr/>
          </p:nvSpPr>
          <p:spPr>
            <a:xfrm>
              <a:off x="0" y="-76200"/>
              <a:ext cx="1785490" cy="3874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4"/>
          <p:cNvGrpSpPr/>
          <p:nvPr/>
        </p:nvGrpSpPr>
        <p:grpSpPr>
          <a:xfrm>
            <a:off x="6464822" y="1457785"/>
            <a:ext cx="5481584" cy="1189501"/>
            <a:chOff x="0" y="-76200"/>
            <a:chExt cx="1785490" cy="387451"/>
          </a:xfrm>
        </p:grpSpPr>
        <p:sp>
          <p:nvSpPr>
            <p:cNvPr id="185" name="Google Shape;185;p4"/>
            <p:cNvSpPr/>
            <p:nvPr/>
          </p:nvSpPr>
          <p:spPr>
            <a:xfrm>
              <a:off x="0" y="0"/>
              <a:ext cx="1785490" cy="311251"/>
            </a:xfrm>
            <a:custGeom>
              <a:avLst/>
              <a:gdLst/>
              <a:ahLst/>
              <a:cxnLst/>
              <a:rect l="l" t="t" r="r" b="b"/>
              <a:pathLst>
                <a:path w="1785490" h="311251" extrusionOk="0">
                  <a:moveTo>
                    <a:pt x="0" y="0"/>
                  </a:moveTo>
                  <a:lnTo>
                    <a:pt x="1785490" y="0"/>
                  </a:lnTo>
                  <a:lnTo>
                    <a:pt x="1785490" y="311251"/>
                  </a:lnTo>
                  <a:lnTo>
                    <a:pt x="0" y="31125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76200" cap="sq" cmpd="sng">
              <a:solidFill>
                <a:srgbClr val="CB74F7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86" name="Google Shape;186;p4"/>
            <p:cNvSpPr txBox="1"/>
            <p:nvPr/>
          </p:nvSpPr>
          <p:spPr>
            <a:xfrm>
              <a:off x="0" y="-76200"/>
              <a:ext cx="1785490" cy="3874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7" name="Google Shape;187;p4"/>
          <p:cNvSpPr/>
          <p:nvPr/>
        </p:nvSpPr>
        <p:spPr>
          <a:xfrm rot="-5400000">
            <a:off x="17620984" y="1556567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2" y="0"/>
                </a:lnTo>
                <a:lnTo>
                  <a:pt x="4423252" y="6592923"/>
                </a:lnTo>
                <a:lnTo>
                  <a:pt x="0" y="65929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88" name="Google Shape;188;p4"/>
          <p:cNvSpPr/>
          <p:nvPr/>
        </p:nvSpPr>
        <p:spPr>
          <a:xfrm rot="-5400000" flipH="1">
            <a:off x="-3752074" y="2286941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4423252" y="0"/>
                </a:moveTo>
                <a:lnTo>
                  <a:pt x="0" y="0"/>
                </a:lnTo>
                <a:lnTo>
                  <a:pt x="0" y="6592923"/>
                </a:lnTo>
                <a:lnTo>
                  <a:pt x="4423252" y="6592923"/>
                </a:lnTo>
                <a:lnTo>
                  <a:pt x="4423252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89" name="Google Shape;189;p4"/>
          <p:cNvSpPr txBox="1"/>
          <p:nvPr/>
        </p:nvSpPr>
        <p:spPr>
          <a:xfrm>
            <a:off x="7052555" y="1803903"/>
            <a:ext cx="4182889" cy="6550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34"/>
              <a:buFont typeface="Arial"/>
              <a:buNone/>
            </a:pPr>
            <a:r>
              <a:rPr lang="en-US" sz="3834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4"/>
          <p:cNvSpPr/>
          <p:nvPr/>
        </p:nvSpPr>
        <p:spPr>
          <a:xfrm>
            <a:off x="189876" y="306959"/>
            <a:ext cx="1713069" cy="1643692"/>
          </a:xfrm>
          <a:custGeom>
            <a:avLst/>
            <a:gdLst/>
            <a:ahLst/>
            <a:cxnLst/>
            <a:rect l="l" t="t" r="r" b="b"/>
            <a:pathLst>
              <a:path w="1713069" h="1643692" extrusionOk="0">
                <a:moveTo>
                  <a:pt x="0" y="0"/>
                </a:moveTo>
                <a:lnTo>
                  <a:pt x="1713068" y="0"/>
                </a:lnTo>
                <a:lnTo>
                  <a:pt x="1713068" y="1643692"/>
                </a:lnTo>
                <a:lnTo>
                  <a:pt x="0" y="1643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5071C2-2236-9DB0-43CC-163595F7BD20}"/>
              </a:ext>
            </a:extLst>
          </p:cNvPr>
          <p:cNvSpPr txBox="1"/>
          <p:nvPr/>
        </p:nvSpPr>
        <p:spPr>
          <a:xfrm>
            <a:off x="1756013" y="2623038"/>
            <a:ext cx="12990691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Multi-outlet grocery stores struggle with real-time inventory tracking, expiry management, and affordable, specialized tools.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Gap in Market: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Existing solutions are either expensive enterprise systems (like SAP, Oracle) or basic SaaS tools lacking grocery-specific features.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Solution: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3000" i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InveXa</a:t>
            </a:r>
            <a:r>
              <a:rPr lang="en-US" altLang="en-US" sz="30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3000" i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sTacK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is a cost-effective, cloud-based system with per-store database isolation, RBAC roles, AI-driven reorder insights, and a lightweight frontend.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Scope: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The system design, implementation, architecture, and future improvements are detailed across multiple sections. </a:t>
            </a:r>
          </a:p>
          <a:p>
            <a:endParaRPr lang="en-IN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FB"/>
        </a:solidFill>
        <a:effectLst/>
      </p:bgPr>
    </p:bg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dca87ee7d9_2_0"/>
          <p:cNvSpPr/>
          <p:nvPr/>
        </p:nvSpPr>
        <p:spPr>
          <a:xfrm rot="-5400000">
            <a:off x="10693624" y="-3524350"/>
            <a:ext cx="4729037" cy="7048700"/>
          </a:xfrm>
          <a:custGeom>
            <a:avLst/>
            <a:gdLst/>
            <a:ahLst/>
            <a:cxnLst/>
            <a:rect l="l" t="t" r="r" b="b"/>
            <a:pathLst>
              <a:path w="4729037" h="7048700" extrusionOk="0">
                <a:moveTo>
                  <a:pt x="0" y="0"/>
                </a:moveTo>
                <a:lnTo>
                  <a:pt x="4729037" y="0"/>
                </a:lnTo>
                <a:lnTo>
                  <a:pt x="4729037" y="7048700"/>
                </a:lnTo>
                <a:lnTo>
                  <a:pt x="0" y="7048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7000"/>
            </a:blip>
            <a:stretch>
              <a:fillRect/>
            </a:stretch>
          </a:blipFill>
          <a:ln>
            <a:noFill/>
          </a:ln>
        </p:spPr>
      </p:sp>
      <p:sp>
        <p:nvSpPr>
          <p:cNvPr id="198" name="Google Shape;198;g3dca87ee7d9_2_0"/>
          <p:cNvSpPr/>
          <p:nvPr/>
        </p:nvSpPr>
        <p:spPr>
          <a:xfrm rot="-5400000">
            <a:off x="2915845" y="6786337"/>
            <a:ext cx="4729037" cy="7048700"/>
          </a:xfrm>
          <a:custGeom>
            <a:avLst/>
            <a:gdLst/>
            <a:ahLst/>
            <a:cxnLst/>
            <a:rect l="l" t="t" r="r" b="b"/>
            <a:pathLst>
              <a:path w="4729037" h="7048700" extrusionOk="0">
                <a:moveTo>
                  <a:pt x="0" y="0"/>
                </a:moveTo>
                <a:lnTo>
                  <a:pt x="4729037" y="0"/>
                </a:lnTo>
                <a:lnTo>
                  <a:pt x="4729037" y="7048700"/>
                </a:lnTo>
                <a:lnTo>
                  <a:pt x="0" y="7048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7000"/>
            </a:blip>
            <a:stretch>
              <a:fillRect/>
            </a:stretch>
          </a:blipFill>
          <a:ln>
            <a:noFill/>
          </a:ln>
        </p:spPr>
      </p:sp>
      <p:grpSp>
        <p:nvGrpSpPr>
          <p:cNvPr id="199" name="Google Shape;199;g3dca87ee7d9_2_0"/>
          <p:cNvGrpSpPr/>
          <p:nvPr/>
        </p:nvGrpSpPr>
        <p:grpSpPr>
          <a:xfrm>
            <a:off x="1028700" y="739376"/>
            <a:ext cx="16230707" cy="8519105"/>
            <a:chOff x="0" y="-76200"/>
            <a:chExt cx="4274726" cy="2243700"/>
          </a:xfrm>
        </p:grpSpPr>
        <p:sp>
          <p:nvSpPr>
            <p:cNvPr id="200" name="Google Shape;200;g3dca87ee7d9_2_0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 extrusionOk="0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DFB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" name="Google Shape;201;g3dca87ee7d9_2_0"/>
            <p:cNvSpPr txBox="1"/>
            <p:nvPr/>
          </p:nvSpPr>
          <p:spPr>
            <a:xfrm>
              <a:off x="0" y="-76200"/>
              <a:ext cx="4274700" cy="224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02" name="Google Shape;202;g3dca87ee7d9_2_0"/>
          <p:cNvSpPr/>
          <p:nvPr/>
        </p:nvSpPr>
        <p:spPr>
          <a:xfrm>
            <a:off x="1756013" y="1534701"/>
            <a:ext cx="2448843" cy="405172"/>
          </a:xfrm>
          <a:custGeom>
            <a:avLst/>
            <a:gdLst/>
            <a:ahLst/>
            <a:cxnLst/>
            <a:rect l="l" t="t" r="r" b="b"/>
            <a:pathLst>
              <a:path w="2448843" h="405172" extrusionOk="0">
                <a:moveTo>
                  <a:pt x="0" y="0"/>
                </a:moveTo>
                <a:lnTo>
                  <a:pt x="2448843" y="0"/>
                </a:lnTo>
                <a:lnTo>
                  <a:pt x="2448843" y="405172"/>
                </a:lnTo>
                <a:lnTo>
                  <a:pt x="0" y="4051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3" name="Google Shape;203;g3dca87ee7d9_2_0"/>
          <p:cNvSpPr/>
          <p:nvPr/>
        </p:nvSpPr>
        <p:spPr>
          <a:xfrm>
            <a:off x="14083144" y="8450319"/>
            <a:ext cx="2448843" cy="405172"/>
          </a:xfrm>
          <a:custGeom>
            <a:avLst/>
            <a:gdLst/>
            <a:ahLst/>
            <a:cxnLst/>
            <a:rect l="l" t="t" r="r" b="b"/>
            <a:pathLst>
              <a:path w="2448843" h="405172" extrusionOk="0">
                <a:moveTo>
                  <a:pt x="0" y="0"/>
                </a:moveTo>
                <a:lnTo>
                  <a:pt x="2448843" y="0"/>
                </a:lnTo>
                <a:lnTo>
                  <a:pt x="2448843" y="405172"/>
                </a:lnTo>
                <a:lnTo>
                  <a:pt x="0" y="4051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4" name="Google Shape;204;g3dca87ee7d9_2_0"/>
          <p:cNvSpPr/>
          <p:nvPr/>
        </p:nvSpPr>
        <p:spPr>
          <a:xfrm rot="-5400000">
            <a:off x="16076374" y="-2482323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2" y="0"/>
                </a:lnTo>
                <a:lnTo>
                  <a:pt x="4423252" y="6592922"/>
                </a:lnTo>
                <a:lnTo>
                  <a:pt x="0" y="659292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05" name="Google Shape;205;g3dca87ee7d9_2_0"/>
          <p:cNvSpPr/>
          <p:nvPr/>
        </p:nvSpPr>
        <p:spPr>
          <a:xfrm rot="-5400000">
            <a:off x="-2250585" y="6195701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1" y="0"/>
                </a:lnTo>
                <a:lnTo>
                  <a:pt x="4423251" y="6592923"/>
                </a:lnTo>
                <a:lnTo>
                  <a:pt x="0" y="65929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06" name="Google Shape;206;g3dca87ee7d9_2_0"/>
          <p:cNvGrpSpPr/>
          <p:nvPr/>
        </p:nvGrpSpPr>
        <p:grpSpPr>
          <a:xfrm>
            <a:off x="6341594" y="1300760"/>
            <a:ext cx="5481971" cy="1189971"/>
            <a:chOff x="0" y="-76200"/>
            <a:chExt cx="1785600" cy="387600"/>
          </a:xfrm>
        </p:grpSpPr>
        <p:sp>
          <p:nvSpPr>
            <p:cNvPr id="207" name="Google Shape;207;g3dca87ee7d9_2_0"/>
            <p:cNvSpPr/>
            <p:nvPr/>
          </p:nvSpPr>
          <p:spPr>
            <a:xfrm>
              <a:off x="0" y="0"/>
              <a:ext cx="1785490" cy="311251"/>
            </a:xfrm>
            <a:custGeom>
              <a:avLst/>
              <a:gdLst/>
              <a:ahLst/>
              <a:cxnLst/>
              <a:rect l="l" t="t" r="r" b="b"/>
              <a:pathLst>
                <a:path w="1785490" h="311251" extrusionOk="0">
                  <a:moveTo>
                    <a:pt x="0" y="0"/>
                  </a:moveTo>
                  <a:lnTo>
                    <a:pt x="1785490" y="0"/>
                  </a:lnTo>
                  <a:lnTo>
                    <a:pt x="1785490" y="311251"/>
                  </a:lnTo>
                  <a:lnTo>
                    <a:pt x="0" y="311251"/>
                  </a:lnTo>
                  <a:close/>
                </a:path>
              </a:pathLst>
            </a:custGeom>
            <a:solidFill>
              <a:srgbClr val="EAD6FF"/>
            </a:solidFill>
            <a:ln>
              <a:noFill/>
            </a:ln>
          </p:spPr>
        </p:sp>
        <p:sp>
          <p:nvSpPr>
            <p:cNvPr id="208" name="Google Shape;208;g3dca87ee7d9_2_0"/>
            <p:cNvSpPr txBox="1"/>
            <p:nvPr/>
          </p:nvSpPr>
          <p:spPr>
            <a:xfrm>
              <a:off x="0" y="-76200"/>
              <a:ext cx="1785600" cy="38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9" name="Google Shape;209;g3dca87ee7d9_2_0"/>
          <p:cNvGrpSpPr/>
          <p:nvPr/>
        </p:nvGrpSpPr>
        <p:grpSpPr>
          <a:xfrm>
            <a:off x="6464822" y="1457783"/>
            <a:ext cx="5481971" cy="1189971"/>
            <a:chOff x="0" y="-76200"/>
            <a:chExt cx="1785600" cy="387600"/>
          </a:xfrm>
        </p:grpSpPr>
        <p:sp>
          <p:nvSpPr>
            <p:cNvPr id="210" name="Google Shape;210;g3dca87ee7d9_2_0"/>
            <p:cNvSpPr/>
            <p:nvPr/>
          </p:nvSpPr>
          <p:spPr>
            <a:xfrm>
              <a:off x="0" y="0"/>
              <a:ext cx="1785490" cy="311251"/>
            </a:xfrm>
            <a:custGeom>
              <a:avLst/>
              <a:gdLst/>
              <a:ahLst/>
              <a:cxnLst/>
              <a:rect l="l" t="t" r="r" b="b"/>
              <a:pathLst>
                <a:path w="1785490" h="311251" extrusionOk="0">
                  <a:moveTo>
                    <a:pt x="0" y="0"/>
                  </a:moveTo>
                  <a:lnTo>
                    <a:pt x="1785490" y="0"/>
                  </a:lnTo>
                  <a:lnTo>
                    <a:pt x="1785490" y="311251"/>
                  </a:lnTo>
                  <a:lnTo>
                    <a:pt x="0" y="31125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76200" cap="sq" cmpd="sng">
              <a:solidFill>
                <a:srgbClr val="CB74F7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11" name="Google Shape;211;g3dca87ee7d9_2_0"/>
            <p:cNvSpPr txBox="1"/>
            <p:nvPr/>
          </p:nvSpPr>
          <p:spPr>
            <a:xfrm>
              <a:off x="0" y="-76200"/>
              <a:ext cx="1785600" cy="38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2" name="Google Shape;212;g3dca87ee7d9_2_0"/>
          <p:cNvSpPr/>
          <p:nvPr/>
        </p:nvSpPr>
        <p:spPr>
          <a:xfrm rot="-5400000">
            <a:off x="17620984" y="1556567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2" y="0"/>
                </a:lnTo>
                <a:lnTo>
                  <a:pt x="4423252" y="6592923"/>
                </a:lnTo>
                <a:lnTo>
                  <a:pt x="0" y="65929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13" name="Google Shape;213;g3dca87ee7d9_2_0"/>
          <p:cNvSpPr/>
          <p:nvPr/>
        </p:nvSpPr>
        <p:spPr>
          <a:xfrm rot="-5400000" flipH="1">
            <a:off x="-3752074" y="2286941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4423252" y="0"/>
                </a:moveTo>
                <a:lnTo>
                  <a:pt x="0" y="0"/>
                </a:lnTo>
                <a:lnTo>
                  <a:pt x="0" y="6592923"/>
                </a:lnTo>
                <a:lnTo>
                  <a:pt x="4423252" y="6592923"/>
                </a:lnTo>
                <a:lnTo>
                  <a:pt x="4423252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14" name="Google Shape;214;g3dca87ee7d9_2_0"/>
          <p:cNvSpPr txBox="1"/>
          <p:nvPr/>
        </p:nvSpPr>
        <p:spPr>
          <a:xfrm>
            <a:off x="6587963" y="1803900"/>
            <a:ext cx="5235600" cy="5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34"/>
              <a:buFont typeface="Arial"/>
              <a:buNone/>
            </a:pPr>
            <a:r>
              <a:rPr lang="en-US" sz="3834"/>
              <a:t>LITERATURE SURVEY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g3dca87ee7d9_2_0"/>
          <p:cNvSpPr/>
          <p:nvPr/>
        </p:nvSpPr>
        <p:spPr>
          <a:xfrm>
            <a:off x="189876" y="306959"/>
            <a:ext cx="1713069" cy="1643692"/>
          </a:xfrm>
          <a:custGeom>
            <a:avLst/>
            <a:gdLst/>
            <a:ahLst/>
            <a:cxnLst/>
            <a:rect l="l" t="t" r="r" b="b"/>
            <a:pathLst>
              <a:path w="1713069" h="1643692" extrusionOk="0">
                <a:moveTo>
                  <a:pt x="0" y="0"/>
                </a:moveTo>
                <a:lnTo>
                  <a:pt x="1713068" y="0"/>
                </a:lnTo>
                <a:lnTo>
                  <a:pt x="1713068" y="1643692"/>
                </a:lnTo>
                <a:lnTo>
                  <a:pt x="0" y="1643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A0F54F-0904-C937-D5D4-28D095EBA223}"/>
              </a:ext>
            </a:extLst>
          </p:cNvPr>
          <p:cNvSpPr txBox="1"/>
          <p:nvPr/>
        </p:nvSpPr>
        <p:spPr>
          <a:xfrm>
            <a:off x="1756013" y="2724216"/>
            <a:ext cx="13109914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ERP Systems: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Costly and complex systems not suitable for small grocery businesses.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Cloud Tools: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Affordable tools but missing grocery-specific features like batch management, expiry tracking and proper data isolation.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Open Source: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Flexible tools but require high technical skills and lack AI features.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Chosen Methods: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Email OTP, JWT, and database-per-tenant selected for security and efficiency. </a:t>
            </a:r>
          </a:p>
          <a:p>
            <a:endParaRPr lang="en-IN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FB"/>
        </a:solidFill>
        <a:effectLst/>
      </p:bgPr>
    </p:bg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5"/>
          <p:cNvSpPr/>
          <p:nvPr/>
        </p:nvSpPr>
        <p:spPr>
          <a:xfrm rot="-5400000">
            <a:off x="10693624" y="-3524350"/>
            <a:ext cx="4729037" cy="7048700"/>
          </a:xfrm>
          <a:custGeom>
            <a:avLst/>
            <a:gdLst/>
            <a:ahLst/>
            <a:cxnLst/>
            <a:rect l="l" t="t" r="r" b="b"/>
            <a:pathLst>
              <a:path w="4729037" h="7048700" extrusionOk="0">
                <a:moveTo>
                  <a:pt x="0" y="0"/>
                </a:moveTo>
                <a:lnTo>
                  <a:pt x="4729037" y="0"/>
                </a:lnTo>
                <a:lnTo>
                  <a:pt x="4729037" y="7048700"/>
                </a:lnTo>
                <a:lnTo>
                  <a:pt x="0" y="7048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7000"/>
            </a:blip>
            <a:stretch>
              <a:fillRect/>
            </a:stretch>
          </a:blipFill>
          <a:ln>
            <a:noFill/>
          </a:ln>
        </p:spPr>
      </p:sp>
      <p:sp>
        <p:nvSpPr>
          <p:cNvPr id="223" name="Google Shape;223;p5"/>
          <p:cNvSpPr/>
          <p:nvPr/>
        </p:nvSpPr>
        <p:spPr>
          <a:xfrm rot="-5400000">
            <a:off x="2915845" y="6786337"/>
            <a:ext cx="4729037" cy="7048700"/>
          </a:xfrm>
          <a:custGeom>
            <a:avLst/>
            <a:gdLst/>
            <a:ahLst/>
            <a:cxnLst/>
            <a:rect l="l" t="t" r="r" b="b"/>
            <a:pathLst>
              <a:path w="4729037" h="7048700" extrusionOk="0">
                <a:moveTo>
                  <a:pt x="0" y="0"/>
                </a:moveTo>
                <a:lnTo>
                  <a:pt x="4729037" y="0"/>
                </a:lnTo>
                <a:lnTo>
                  <a:pt x="4729037" y="7048700"/>
                </a:lnTo>
                <a:lnTo>
                  <a:pt x="0" y="7048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7000"/>
            </a:blip>
            <a:stretch>
              <a:fillRect/>
            </a:stretch>
          </a:blipFill>
          <a:ln>
            <a:noFill/>
          </a:ln>
        </p:spPr>
      </p:sp>
      <p:grpSp>
        <p:nvGrpSpPr>
          <p:cNvPr id="224" name="Google Shape;224;p5"/>
          <p:cNvGrpSpPr/>
          <p:nvPr/>
        </p:nvGrpSpPr>
        <p:grpSpPr>
          <a:xfrm>
            <a:off x="1028700" y="739378"/>
            <a:ext cx="16230600" cy="8518922"/>
            <a:chOff x="0" y="-76200"/>
            <a:chExt cx="4274726" cy="2243667"/>
          </a:xfrm>
        </p:grpSpPr>
        <p:sp>
          <p:nvSpPr>
            <p:cNvPr id="225" name="Google Shape;225;p5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 extrusionOk="0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DFB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" name="Google Shape;226;p5"/>
            <p:cNvSpPr txBox="1"/>
            <p:nvPr/>
          </p:nvSpPr>
          <p:spPr>
            <a:xfrm>
              <a:off x="0" y="-76200"/>
              <a:ext cx="4274726" cy="2243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7" name="Google Shape;227;p5"/>
          <p:cNvSpPr/>
          <p:nvPr/>
        </p:nvSpPr>
        <p:spPr>
          <a:xfrm>
            <a:off x="1756013" y="1534701"/>
            <a:ext cx="2448843" cy="405172"/>
          </a:xfrm>
          <a:custGeom>
            <a:avLst/>
            <a:gdLst/>
            <a:ahLst/>
            <a:cxnLst/>
            <a:rect l="l" t="t" r="r" b="b"/>
            <a:pathLst>
              <a:path w="2448843" h="405172" extrusionOk="0">
                <a:moveTo>
                  <a:pt x="0" y="0"/>
                </a:moveTo>
                <a:lnTo>
                  <a:pt x="2448843" y="0"/>
                </a:lnTo>
                <a:lnTo>
                  <a:pt x="2448843" y="405172"/>
                </a:lnTo>
                <a:lnTo>
                  <a:pt x="0" y="4051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8" name="Google Shape;228;p5"/>
          <p:cNvSpPr/>
          <p:nvPr/>
        </p:nvSpPr>
        <p:spPr>
          <a:xfrm>
            <a:off x="14083144" y="8450319"/>
            <a:ext cx="2448843" cy="405172"/>
          </a:xfrm>
          <a:custGeom>
            <a:avLst/>
            <a:gdLst/>
            <a:ahLst/>
            <a:cxnLst/>
            <a:rect l="l" t="t" r="r" b="b"/>
            <a:pathLst>
              <a:path w="2448843" h="405172" extrusionOk="0">
                <a:moveTo>
                  <a:pt x="0" y="0"/>
                </a:moveTo>
                <a:lnTo>
                  <a:pt x="2448843" y="0"/>
                </a:lnTo>
                <a:lnTo>
                  <a:pt x="2448843" y="405172"/>
                </a:lnTo>
                <a:lnTo>
                  <a:pt x="0" y="4051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9" name="Google Shape;229;p5"/>
          <p:cNvSpPr/>
          <p:nvPr/>
        </p:nvSpPr>
        <p:spPr>
          <a:xfrm rot="-5400000">
            <a:off x="16076374" y="-2482323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2" y="0"/>
                </a:lnTo>
                <a:lnTo>
                  <a:pt x="4423252" y="6592922"/>
                </a:lnTo>
                <a:lnTo>
                  <a:pt x="0" y="659292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30" name="Google Shape;230;p5"/>
          <p:cNvSpPr/>
          <p:nvPr/>
        </p:nvSpPr>
        <p:spPr>
          <a:xfrm rot="-5400000">
            <a:off x="-2250585" y="6195701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1" y="0"/>
                </a:lnTo>
                <a:lnTo>
                  <a:pt x="4423251" y="6592923"/>
                </a:lnTo>
                <a:lnTo>
                  <a:pt x="0" y="65929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32" name="Google Shape;232;p5"/>
          <p:cNvSpPr/>
          <p:nvPr/>
        </p:nvSpPr>
        <p:spPr>
          <a:xfrm>
            <a:off x="6341594" y="1534701"/>
            <a:ext cx="5675702" cy="1106701"/>
          </a:xfrm>
          <a:custGeom>
            <a:avLst/>
            <a:gdLst/>
            <a:ahLst/>
            <a:cxnLst/>
            <a:rect l="l" t="t" r="r" b="b"/>
            <a:pathLst>
              <a:path w="1785490" h="311251" extrusionOk="0">
                <a:moveTo>
                  <a:pt x="0" y="0"/>
                </a:moveTo>
                <a:lnTo>
                  <a:pt x="1785490" y="0"/>
                </a:lnTo>
                <a:lnTo>
                  <a:pt x="1785490" y="311251"/>
                </a:lnTo>
                <a:lnTo>
                  <a:pt x="0" y="311251"/>
                </a:lnTo>
                <a:close/>
              </a:path>
            </a:pathLst>
          </a:custGeom>
          <a:solidFill>
            <a:srgbClr val="EAD6FF"/>
          </a:solidFill>
          <a:ln>
            <a:noFill/>
          </a:ln>
        </p:spPr>
      </p:sp>
      <p:sp>
        <p:nvSpPr>
          <p:cNvPr id="235" name="Google Shape;235;p5"/>
          <p:cNvSpPr/>
          <p:nvPr/>
        </p:nvSpPr>
        <p:spPr>
          <a:xfrm>
            <a:off x="6438628" y="1631320"/>
            <a:ext cx="5675702" cy="1138446"/>
          </a:xfrm>
          <a:custGeom>
            <a:avLst/>
            <a:gdLst/>
            <a:ahLst/>
            <a:cxnLst/>
            <a:rect l="l" t="t" r="r" b="b"/>
            <a:pathLst>
              <a:path w="1785490" h="311251" extrusionOk="0">
                <a:moveTo>
                  <a:pt x="0" y="0"/>
                </a:moveTo>
                <a:lnTo>
                  <a:pt x="1785490" y="0"/>
                </a:lnTo>
                <a:lnTo>
                  <a:pt x="1785490" y="311251"/>
                </a:lnTo>
                <a:lnTo>
                  <a:pt x="0" y="31125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76200" cap="sq" cmpd="sng">
            <a:solidFill>
              <a:srgbClr val="CB74F7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IN" dirty="0"/>
          </a:p>
        </p:txBody>
      </p:sp>
      <p:sp>
        <p:nvSpPr>
          <p:cNvPr id="237" name="Google Shape;237;p5"/>
          <p:cNvSpPr txBox="1"/>
          <p:nvPr/>
        </p:nvSpPr>
        <p:spPr>
          <a:xfrm>
            <a:off x="6118838" y="1815342"/>
            <a:ext cx="6315282" cy="826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34"/>
              <a:buFont typeface="Arial"/>
              <a:buNone/>
            </a:pPr>
            <a:r>
              <a:rPr lang="en-US" sz="3834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PROBLEM </a:t>
            </a:r>
            <a:r>
              <a:rPr lang="en-US" sz="3834" dirty="0"/>
              <a:t>DEFINITION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5"/>
          <p:cNvSpPr/>
          <p:nvPr/>
        </p:nvSpPr>
        <p:spPr>
          <a:xfrm rot="-5400000">
            <a:off x="17620984" y="1556567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2" y="0"/>
                </a:lnTo>
                <a:lnTo>
                  <a:pt x="4423252" y="6592923"/>
                </a:lnTo>
                <a:lnTo>
                  <a:pt x="0" y="65929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39" name="Google Shape;239;p5"/>
          <p:cNvSpPr/>
          <p:nvPr/>
        </p:nvSpPr>
        <p:spPr>
          <a:xfrm rot="-5400000" flipH="1">
            <a:off x="-3752074" y="2286941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4423252" y="0"/>
                </a:moveTo>
                <a:lnTo>
                  <a:pt x="0" y="0"/>
                </a:lnTo>
                <a:lnTo>
                  <a:pt x="0" y="6592923"/>
                </a:lnTo>
                <a:lnTo>
                  <a:pt x="4423252" y="6592923"/>
                </a:lnTo>
                <a:lnTo>
                  <a:pt x="4423252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42" name="Google Shape;242;p5"/>
          <p:cNvSpPr/>
          <p:nvPr/>
        </p:nvSpPr>
        <p:spPr>
          <a:xfrm>
            <a:off x="189876" y="296181"/>
            <a:ext cx="1713069" cy="1643692"/>
          </a:xfrm>
          <a:custGeom>
            <a:avLst/>
            <a:gdLst/>
            <a:ahLst/>
            <a:cxnLst/>
            <a:rect l="l" t="t" r="r" b="b"/>
            <a:pathLst>
              <a:path w="1713069" h="1643692" extrusionOk="0">
                <a:moveTo>
                  <a:pt x="0" y="0"/>
                </a:moveTo>
                <a:lnTo>
                  <a:pt x="1713068" y="0"/>
                </a:lnTo>
                <a:lnTo>
                  <a:pt x="1713068" y="1643692"/>
                </a:lnTo>
                <a:lnTo>
                  <a:pt x="0" y="1643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BF61E5-92A0-B620-B8F1-E63E0BB5C86C}"/>
              </a:ext>
            </a:extLst>
          </p:cNvPr>
          <p:cNvSpPr txBox="1"/>
          <p:nvPr/>
        </p:nvSpPr>
        <p:spPr>
          <a:xfrm>
            <a:off x="1756013" y="3701344"/>
            <a:ext cx="1309606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Unified System: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single affordable platform for managing multiple stores.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 Cost Issue: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ERP systems are too expensive for small businesses.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Feature Gap: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Existing tools lack inventory tracking and demand prediction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Risk: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Poor data isolation can lead to data leakage between stores. </a:t>
            </a:r>
          </a:p>
          <a:p>
            <a:endParaRPr lang="en-IN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FB"/>
        </a:solid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6"/>
          <p:cNvSpPr/>
          <p:nvPr/>
        </p:nvSpPr>
        <p:spPr>
          <a:xfrm rot="-5400000">
            <a:off x="10693624" y="-3524350"/>
            <a:ext cx="4729037" cy="7048700"/>
          </a:xfrm>
          <a:custGeom>
            <a:avLst/>
            <a:gdLst/>
            <a:ahLst/>
            <a:cxnLst/>
            <a:rect l="l" t="t" r="r" b="b"/>
            <a:pathLst>
              <a:path w="4729037" h="7048700" extrusionOk="0">
                <a:moveTo>
                  <a:pt x="0" y="0"/>
                </a:moveTo>
                <a:lnTo>
                  <a:pt x="4729037" y="0"/>
                </a:lnTo>
                <a:lnTo>
                  <a:pt x="4729037" y="7048700"/>
                </a:lnTo>
                <a:lnTo>
                  <a:pt x="0" y="7048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7000"/>
            </a:blip>
            <a:stretch>
              <a:fillRect/>
            </a:stretch>
          </a:blipFill>
          <a:ln>
            <a:noFill/>
          </a:ln>
        </p:spPr>
      </p:sp>
      <p:sp>
        <p:nvSpPr>
          <p:cNvPr id="248" name="Google Shape;248;p6"/>
          <p:cNvSpPr/>
          <p:nvPr/>
        </p:nvSpPr>
        <p:spPr>
          <a:xfrm rot="-5400000">
            <a:off x="2915845" y="6786337"/>
            <a:ext cx="4729037" cy="7048700"/>
          </a:xfrm>
          <a:custGeom>
            <a:avLst/>
            <a:gdLst/>
            <a:ahLst/>
            <a:cxnLst/>
            <a:rect l="l" t="t" r="r" b="b"/>
            <a:pathLst>
              <a:path w="4729037" h="7048700" extrusionOk="0">
                <a:moveTo>
                  <a:pt x="0" y="0"/>
                </a:moveTo>
                <a:lnTo>
                  <a:pt x="4729037" y="0"/>
                </a:lnTo>
                <a:lnTo>
                  <a:pt x="4729037" y="7048700"/>
                </a:lnTo>
                <a:lnTo>
                  <a:pt x="0" y="7048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7000"/>
            </a:blip>
            <a:stretch>
              <a:fillRect/>
            </a:stretch>
          </a:blipFill>
          <a:ln>
            <a:noFill/>
          </a:ln>
        </p:spPr>
      </p:sp>
      <p:grpSp>
        <p:nvGrpSpPr>
          <p:cNvPr id="249" name="Google Shape;249;p6"/>
          <p:cNvGrpSpPr/>
          <p:nvPr/>
        </p:nvGrpSpPr>
        <p:grpSpPr>
          <a:xfrm>
            <a:off x="1028700" y="725523"/>
            <a:ext cx="16230600" cy="8518922"/>
            <a:chOff x="0" y="-76200"/>
            <a:chExt cx="4274726" cy="2243667"/>
          </a:xfrm>
        </p:grpSpPr>
        <p:sp>
          <p:nvSpPr>
            <p:cNvPr id="250" name="Google Shape;250;p6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 extrusionOk="0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DFB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" name="Google Shape;251;p6"/>
            <p:cNvSpPr txBox="1"/>
            <p:nvPr/>
          </p:nvSpPr>
          <p:spPr>
            <a:xfrm>
              <a:off x="0" y="-76200"/>
              <a:ext cx="4274726" cy="2243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2" name="Google Shape;252;p6"/>
          <p:cNvSpPr/>
          <p:nvPr/>
        </p:nvSpPr>
        <p:spPr>
          <a:xfrm>
            <a:off x="1756013" y="1534701"/>
            <a:ext cx="2448843" cy="405172"/>
          </a:xfrm>
          <a:custGeom>
            <a:avLst/>
            <a:gdLst/>
            <a:ahLst/>
            <a:cxnLst/>
            <a:rect l="l" t="t" r="r" b="b"/>
            <a:pathLst>
              <a:path w="2448843" h="405172" extrusionOk="0">
                <a:moveTo>
                  <a:pt x="0" y="0"/>
                </a:moveTo>
                <a:lnTo>
                  <a:pt x="2448843" y="0"/>
                </a:lnTo>
                <a:lnTo>
                  <a:pt x="2448843" y="405172"/>
                </a:lnTo>
                <a:lnTo>
                  <a:pt x="0" y="4051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54" name="Google Shape;254;p6"/>
          <p:cNvSpPr/>
          <p:nvPr/>
        </p:nvSpPr>
        <p:spPr>
          <a:xfrm rot="-5400000">
            <a:off x="16076374" y="-2482323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2" y="0"/>
                </a:lnTo>
                <a:lnTo>
                  <a:pt x="4423252" y="6592922"/>
                </a:lnTo>
                <a:lnTo>
                  <a:pt x="0" y="659292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55" name="Google Shape;255;p6"/>
          <p:cNvSpPr/>
          <p:nvPr/>
        </p:nvSpPr>
        <p:spPr>
          <a:xfrm rot="-5400000">
            <a:off x="-2250585" y="6195701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1" y="0"/>
                </a:lnTo>
                <a:lnTo>
                  <a:pt x="4423251" y="6592923"/>
                </a:lnTo>
                <a:lnTo>
                  <a:pt x="0" y="65929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56" name="Google Shape;256;p6"/>
          <p:cNvGrpSpPr/>
          <p:nvPr/>
        </p:nvGrpSpPr>
        <p:grpSpPr>
          <a:xfrm>
            <a:off x="4743893" y="1300761"/>
            <a:ext cx="8121642" cy="1394974"/>
            <a:chOff x="0" y="-76200"/>
            <a:chExt cx="2645423" cy="454378"/>
          </a:xfrm>
        </p:grpSpPr>
        <p:sp>
          <p:nvSpPr>
            <p:cNvPr id="257" name="Google Shape;257;p6"/>
            <p:cNvSpPr/>
            <p:nvPr/>
          </p:nvSpPr>
          <p:spPr>
            <a:xfrm>
              <a:off x="0" y="0"/>
              <a:ext cx="2645423" cy="378178"/>
            </a:xfrm>
            <a:custGeom>
              <a:avLst/>
              <a:gdLst/>
              <a:ahLst/>
              <a:cxnLst/>
              <a:rect l="l" t="t" r="r" b="b"/>
              <a:pathLst>
                <a:path w="2645423" h="378178" extrusionOk="0">
                  <a:moveTo>
                    <a:pt x="0" y="0"/>
                  </a:moveTo>
                  <a:lnTo>
                    <a:pt x="2645423" y="0"/>
                  </a:lnTo>
                  <a:lnTo>
                    <a:pt x="2645423" y="378178"/>
                  </a:lnTo>
                  <a:lnTo>
                    <a:pt x="0" y="378178"/>
                  </a:lnTo>
                  <a:close/>
                </a:path>
              </a:pathLst>
            </a:custGeom>
            <a:solidFill>
              <a:srgbClr val="EAD6FF"/>
            </a:solidFill>
            <a:ln>
              <a:noFill/>
            </a:ln>
          </p:spPr>
        </p:sp>
        <p:sp>
          <p:nvSpPr>
            <p:cNvPr id="258" name="Google Shape;258;p6"/>
            <p:cNvSpPr txBox="1"/>
            <p:nvPr/>
          </p:nvSpPr>
          <p:spPr>
            <a:xfrm>
              <a:off x="0" y="-76200"/>
              <a:ext cx="2645423" cy="4543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9" name="Google Shape;259;p6"/>
          <p:cNvGrpSpPr/>
          <p:nvPr/>
        </p:nvGrpSpPr>
        <p:grpSpPr>
          <a:xfrm>
            <a:off x="4888730" y="1429849"/>
            <a:ext cx="8169413" cy="1522417"/>
            <a:chOff x="0" y="-76200"/>
            <a:chExt cx="2660984" cy="495889"/>
          </a:xfrm>
        </p:grpSpPr>
        <p:sp>
          <p:nvSpPr>
            <p:cNvPr id="260" name="Google Shape;260;p6"/>
            <p:cNvSpPr/>
            <p:nvPr/>
          </p:nvSpPr>
          <p:spPr>
            <a:xfrm>
              <a:off x="0" y="0"/>
              <a:ext cx="2660984" cy="419689"/>
            </a:xfrm>
            <a:custGeom>
              <a:avLst/>
              <a:gdLst/>
              <a:ahLst/>
              <a:cxnLst/>
              <a:rect l="l" t="t" r="r" b="b"/>
              <a:pathLst>
                <a:path w="2660984" h="419689" extrusionOk="0">
                  <a:moveTo>
                    <a:pt x="0" y="0"/>
                  </a:moveTo>
                  <a:lnTo>
                    <a:pt x="2660984" y="0"/>
                  </a:lnTo>
                  <a:lnTo>
                    <a:pt x="2660984" y="419689"/>
                  </a:lnTo>
                  <a:lnTo>
                    <a:pt x="0" y="41968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76200" cap="sq" cmpd="sng">
              <a:solidFill>
                <a:srgbClr val="CB74F7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61" name="Google Shape;261;p6"/>
            <p:cNvSpPr txBox="1"/>
            <p:nvPr/>
          </p:nvSpPr>
          <p:spPr>
            <a:xfrm>
              <a:off x="0" y="-76200"/>
              <a:ext cx="2660984" cy="49588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2" name="Google Shape;262;p6"/>
          <p:cNvSpPr/>
          <p:nvPr/>
        </p:nvSpPr>
        <p:spPr>
          <a:xfrm rot="-5400000">
            <a:off x="17620984" y="1556567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2" y="0"/>
                </a:lnTo>
                <a:lnTo>
                  <a:pt x="4423252" y="6592923"/>
                </a:lnTo>
                <a:lnTo>
                  <a:pt x="0" y="65929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63" name="Google Shape;263;p6"/>
          <p:cNvSpPr/>
          <p:nvPr/>
        </p:nvSpPr>
        <p:spPr>
          <a:xfrm rot="-5400000" flipH="1">
            <a:off x="-3752074" y="2286941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4423252" y="0"/>
                </a:moveTo>
                <a:lnTo>
                  <a:pt x="0" y="0"/>
                </a:lnTo>
                <a:lnTo>
                  <a:pt x="0" y="6592923"/>
                </a:lnTo>
                <a:lnTo>
                  <a:pt x="4423252" y="6592923"/>
                </a:lnTo>
                <a:lnTo>
                  <a:pt x="4423252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64" name="Google Shape;264;p6"/>
          <p:cNvSpPr txBox="1"/>
          <p:nvPr/>
        </p:nvSpPr>
        <p:spPr>
          <a:xfrm>
            <a:off x="4551285" y="1937187"/>
            <a:ext cx="8506858" cy="655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99"/>
              <a:buFont typeface="Arial"/>
              <a:buNone/>
            </a:pPr>
            <a:r>
              <a:rPr lang="en-US" sz="3799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Proposed approach / System Design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6"/>
          <p:cNvSpPr/>
          <p:nvPr/>
        </p:nvSpPr>
        <p:spPr>
          <a:xfrm>
            <a:off x="189876" y="296181"/>
            <a:ext cx="1713069" cy="1643692"/>
          </a:xfrm>
          <a:custGeom>
            <a:avLst/>
            <a:gdLst/>
            <a:ahLst/>
            <a:cxnLst/>
            <a:rect l="l" t="t" r="r" b="b"/>
            <a:pathLst>
              <a:path w="1713069" h="1643692" extrusionOk="0">
                <a:moveTo>
                  <a:pt x="0" y="0"/>
                </a:moveTo>
                <a:lnTo>
                  <a:pt x="1713068" y="0"/>
                </a:lnTo>
                <a:lnTo>
                  <a:pt x="1713068" y="1643692"/>
                </a:lnTo>
                <a:lnTo>
                  <a:pt x="0" y="1643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48A8DE-7C11-2467-6FD9-67C587B4B0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38109" y="3028624"/>
            <a:ext cx="5067410" cy="5626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9FAEC61-3AF7-D466-6D05-879B16D34156}"/>
              </a:ext>
            </a:extLst>
          </p:cNvPr>
          <p:cNvSpPr txBox="1"/>
          <p:nvPr/>
        </p:nvSpPr>
        <p:spPr>
          <a:xfrm>
            <a:off x="1850477" y="3020594"/>
            <a:ext cx="8887632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Multi-Tenant Design: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Each store gets its own database to ensure complete data isolation.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 Stock Alert with Auto Reordering: 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Alert popups with email auto reordering(SMPT and </a:t>
            </a:r>
            <a:r>
              <a:rPr lang="en-US" altLang="en-US" sz="3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Nodemailer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JWT Authentication: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Every request is verified using token-based secure access.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RBAC System: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Different roles (Owner, Admin, Manager, Staff) control access levels. </a:t>
            </a:r>
          </a:p>
          <a:p>
            <a:endParaRPr lang="en-IN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3" name="Google Shape;253;p6"/>
          <p:cNvSpPr/>
          <p:nvPr/>
        </p:nvSpPr>
        <p:spPr>
          <a:xfrm>
            <a:off x="14083144" y="8450319"/>
            <a:ext cx="2448843" cy="405172"/>
          </a:xfrm>
          <a:custGeom>
            <a:avLst/>
            <a:gdLst/>
            <a:ahLst/>
            <a:cxnLst/>
            <a:rect l="l" t="t" r="r" b="b"/>
            <a:pathLst>
              <a:path w="2448843" h="405172" extrusionOk="0">
                <a:moveTo>
                  <a:pt x="0" y="0"/>
                </a:moveTo>
                <a:lnTo>
                  <a:pt x="2448843" y="0"/>
                </a:lnTo>
                <a:lnTo>
                  <a:pt x="2448843" y="405172"/>
                </a:lnTo>
                <a:lnTo>
                  <a:pt x="0" y="4051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FB"/>
        </a:solidFill>
        <a:effectLst/>
      </p:bgPr>
    </p:bg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2" name="Google Shape;272;p7"/>
          <p:cNvGrpSpPr/>
          <p:nvPr/>
        </p:nvGrpSpPr>
        <p:grpSpPr>
          <a:xfrm>
            <a:off x="1028700" y="804621"/>
            <a:ext cx="16230707" cy="8518979"/>
            <a:chOff x="0" y="-76200"/>
            <a:chExt cx="4274726" cy="2243667"/>
          </a:xfrm>
        </p:grpSpPr>
        <p:sp>
          <p:nvSpPr>
            <p:cNvPr id="273" name="Google Shape;273;p7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 extrusionOk="0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DFB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7"/>
            <p:cNvSpPr txBox="1"/>
            <p:nvPr/>
          </p:nvSpPr>
          <p:spPr>
            <a:xfrm>
              <a:off x="0" y="-76200"/>
              <a:ext cx="4274726" cy="2243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" name="Google Shape;254;p6">
            <a:extLst>
              <a:ext uri="{FF2B5EF4-FFF2-40B4-BE49-F238E27FC236}">
                <a16:creationId xmlns:a16="http://schemas.microsoft.com/office/drawing/2014/main" id="{F0E5BCE8-67E6-0A78-8529-E1C12C051438}"/>
              </a:ext>
            </a:extLst>
          </p:cNvPr>
          <p:cNvSpPr/>
          <p:nvPr/>
        </p:nvSpPr>
        <p:spPr>
          <a:xfrm rot="16200000">
            <a:off x="16076374" y="-2482323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2" y="0"/>
                </a:lnTo>
                <a:lnTo>
                  <a:pt x="4423252" y="6592922"/>
                </a:lnTo>
                <a:lnTo>
                  <a:pt x="0" y="659292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75" name="Google Shape;275;p7"/>
          <p:cNvSpPr/>
          <p:nvPr/>
        </p:nvSpPr>
        <p:spPr>
          <a:xfrm>
            <a:off x="1756013" y="1534701"/>
            <a:ext cx="2448843" cy="405172"/>
          </a:xfrm>
          <a:custGeom>
            <a:avLst/>
            <a:gdLst/>
            <a:ahLst/>
            <a:cxnLst/>
            <a:rect l="l" t="t" r="r" b="b"/>
            <a:pathLst>
              <a:path w="2448843" h="405172" extrusionOk="0">
                <a:moveTo>
                  <a:pt x="0" y="0"/>
                </a:moveTo>
                <a:lnTo>
                  <a:pt x="2448843" y="0"/>
                </a:lnTo>
                <a:lnTo>
                  <a:pt x="2448843" y="405172"/>
                </a:lnTo>
                <a:lnTo>
                  <a:pt x="0" y="4051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76" name="Google Shape;276;p7"/>
          <p:cNvSpPr/>
          <p:nvPr/>
        </p:nvSpPr>
        <p:spPr>
          <a:xfrm>
            <a:off x="14083144" y="8450319"/>
            <a:ext cx="2448843" cy="405172"/>
          </a:xfrm>
          <a:custGeom>
            <a:avLst/>
            <a:gdLst/>
            <a:ahLst/>
            <a:cxnLst/>
            <a:rect l="l" t="t" r="r" b="b"/>
            <a:pathLst>
              <a:path w="2448843" h="405172" extrusionOk="0">
                <a:moveTo>
                  <a:pt x="0" y="0"/>
                </a:moveTo>
                <a:lnTo>
                  <a:pt x="2448843" y="0"/>
                </a:lnTo>
                <a:lnTo>
                  <a:pt x="2448843" y="405172"/>
                </a:lnTo>
                <a:lnTo>
                  <a:pt x="0" y="4051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77" name="Google Shape;277;p7"/>
          <p:cNvGrpSpPr/>
          <p:nvPr/>
        </p:nvGrpSpPr>
        <p:grpSpPr>
          <a:xfrm>
            <a:off x="4867729" y="1239190"/>
            <a:ext cx="7412552" cy="1244244"/>
            <a:chOff x="0" y="-76200"/>
            <a:chExt cx="2414455" cy="405282"/>
          </a:xfrm>
        </p:grpSpPr>
        <p:sp>
          <p:nvSpPr>
            <p:cNvPr id="278" name="Google Shape;278;p7"/>
            <p:cNvSpPr/>
            <p:nvPr/>
          </p:nvSpPr>
          <p:spPr>
            <a:xfrm>
              <a:off x="0" y="0"/>
              <a:ext cx="2414455" cy="329082"/>
            </a:xfrm>
            <a:custGeom>
              <a:avLst/>
              <a:gdLst/>
              <a:ahLst/>
              <a:cxnLst/>
              <a:rect l="l" t="t" r="r" b="b"/>
              <a:pathLst>
                <a:path w="2414455" h="329082" extrusionOk="0">
                  <a:moveTo>
                    <a:pt x="0" y="0"/>
                  </a:moveTo>
                  <a:lnTo>
                    <a:pt x="2414455" y="0"/>
                  </a:lnTo>
                  <a:lnTo>
                    <a:pt x="2414455" y="329082"/>
                  </a:lnTo>
                  <a:lnTo>
                    <a:pt x="0" y="329082"/>
                  </a:lnTo>
                  <a:close/>
                </a:path>
              </a:pathLst>
            </a:custGeom>
            <a:solidFill>
              <a:srgbClr val="EAD6FF"/>
            </a:solidFill>
            <a:ln>
              <a:noFill/>
            </a:ln>
          </p:spPr>
        </p:sp>
        <p:sp>
          <p:nvSpPr>
            <p:cNvPr id="279" name="Google Shape;279;p7"/>
            <p:cNvSpPr txBox="1"/>
            <p:nvPr/>
          </p:nvSpPr>
          <p:spPr>
            <a:xfrm>
              <a:off x="0" y="-76200"/>
              <a:ext cx="2414455" cy="4052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0" name="Google Shape;280;p7"/>
          <p:cNvGrpSpPr/>
          <p:nvPr/>
        </p:nvGrpSpPr>
        <p:grpSpPr>
          <a:xfrm>
            <a:off x="5055073" y="1483534"/>
            <a:ext cx="7392563" cy="1138056"/>
            <a:chOff x="0" y="-76200"/>
            <a:chExt cx="2407944" cy="370693"/>
          </a:xfrm>
        </p:grpSpPr>
        <p:sp>
          <p:nvSpPr>
            <p:cNvPr id="281" name="Google Shape;281;p7"/>
            <p:cNvSpPr/>
            <p:nvPr/>
          </p:nvSpPr>
          <p:spPr>
            <a:xfrm>
              <a:off x="0" y="0"/>
              <a:ext cx="2407944" cy="294493"/>
            </a:xfrm>
            <a:custGeom>
              <a:avLst/>
              <a:gdLst/>
              <a:ahLst/>
              <a:cxnLst/>
              <a:rect l="l" t="t" r="r" b="b"/>
              <a:pathLst>
                <a:path w="2407944" h="294493" extrusionOk="0">
                  <a:moveTo>
                    <a:pt x="0" y="0"/>
                  </a:moveTo>
                  <a:lnTo>
                    <a:pt x="2407944" y="0"/>
                  </a:lnTo>
                  <a:lnTo>
                    <a:pt x="2407944" y="294493"/>
                  </a:lnTo>
                  <a:lnTo>
                    <a:pt x="0" y="29449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76200" cap="sq" cmpd="sng">
              <a:solidFill>
                <a:srgbClr val="CB74F7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82" name="Google Shape;282;p7"/>
            <p:cNvSpPr txBox="1"/>
            <p:nvPr/>
          </p:nvSpPr>
          <p:spPr>
            <a:xfrm>
              <a:off x="0" y="-76200"/>
              <a:ext cx="2407944" cy="37069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3" name="Google Shape;283;p7"/>
          <p:cNvSpPr txBox="1"/>
          <p:nvPr/>
        </p:nvSpPr>
        <p:spPr>
          <a:xfrm>
            <a:off x="4583316" y="1769912"/>
            <a:ext cx="8442796" cy="826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34"/>
              <a:buFont typeface="Arial"/>
              <a:buNone/>
            </a:pPr>
            <a:r>
              <a:rPr lang="en-US" sz="3834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IMPLEMENTATION/METHODOLOGY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7"/>
          <p:cNvSpPr/>
          <p:nvPr/>
        </p:nvSpPr>
        <p:spPr>
          <a:xfrm>
            <a:off x="172166" y="334589"/>
            <a:ext cx="1713069" cy="1643692"/>
          </a:xfrm>
          <a:custGeom>
            <a:avLst/>
            <a:gdLst/>
            <a:ahLst/>
            <a:cxnLst/>
            <a:rect l="l" t="t" r="r" b="b"/>
            <a:pathLst>
              <a:path w="1713069" h="1643692" extrusionOk="0">
                <a:moveTo>
                  <a:pt x="0" y="0"/>
                </a:moveTo>
                <a:lnTo>
                  <a:pt x="1713068" y="0"/>
                </a:lnTo>
                <a:lnTo>
                  <a:pt x="1713068" y="1643692"/>
                </a:lnTo>
                <a:lnTo>
                  <a:pt x="0" y="1643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" name="Google Shape;255;p6">
            <a:extLst>
              <a:ext uri="{FF2B5EF4-FFF2-40B4-BE49-F238E27FC236}">
                <a16:creationId xmlns:a16="http://schemas.microsoft.com/office/drawing/2014/main" id="{34B70AAC-191F-1739-1A7D-C6F4C9E327CB}"/>
              </a:ext>
            </a:extLst>
          </p:cNvPr>
          <p:cNvSpPr/>
          <p:nvPr/>
        </p:nvSpPr>
        <p:spPr>
          <a:xfrm rot="16200000">
            <a:off x="-2250585" y="6195701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1" y="0"/>
                </a:lnTo>
                <a:lnTo>
                  <a:pt x="4423251" y="6592923"/>
                </a:lnTo>
                <a:lnTo>
                  <a:pt x="0" y="65929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" name="Google Shape;263;p6">
            <a:extLst>
              <a:ext uri="{FF2B5EF4-FFF2-40B4-BE49-F238E27FC236}">
                <a16:creationId xmlns:a16="http://schemas.microsoft.com/office/drawing/2014/main" id="{B8AB3137-774C-410F-0B68-D9923D721010}"/>
              </a:ext>
            </a:extLst>
          </p:cNvPr>
          <p:cNvSpPr/>
          <p:nvPr/>
        </p:nvSpPr>
        <p:spPr>
          <a:xfrm rot="16200000" flipH="1">
            <a:off x="-3752074" y="2286941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4423252" y="0"/>
                </a:moveTo>
                <a:lnTo>
                  <a:pt x="0" y="0"/>
                </a:lnTo>
                <a:lnTo>
                  <a:pt x="0" y="6592923"/>
                </a:lnTo>
                <a:lnTo>
                  <a:pt x="4423252" y="6592923"/>
                </a:lnTo>
                <a:lnTo>
                  <a:pt x="4423252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5" name="Google Shape;307;p8">
            <a:extLst>
              <a:ext uri="{FF2B5EF4-FFF2-40B4-BE49-F238E27FC236}">
                <a16:creationId xmlns:a16="http://schemas.microsoft.com/office/drawing/2014/main" id="{A2556CAD-8EE9-795E-9CEA-DD7DB188BD95}"/>
              </a:ext>
            </a:extLst>
          </p:cNvPr>
          <p:cNvSpPr/>
          <p:nvPr/>
        </p:nvSpPr>
        <p:spPr>
          <a:xfrm rot="16200000">
            <a:off x="17620984" y="1556567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2" y="0"/>
                </a:lnTo>
                <a:lnTo>
                  <a:pt x="4423252" y="6592923"/>
                </a:lnTo>
                <a:lnTo>
                  <a:pt x="0" y="65929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7" name="Google Shape;291;p8">
            <a:extLst>
              <a:ext uri="{FF2B5EF4-FFF2-40B4-BE49-F238E27FC236}">
                <a16:creationId xmlns:a16="http://schemas.microsoft.com/office/drawing/2014/main" id="{5CE25237-3E46-6F47-B767-FA502633AC65}"/>
              </a:ext>
            </a:extLst>
          </p:cNvPr>
          <p:cNvSpPr/>
          <p:nvPr/>
        </p:nvSpPr>
        <p:spPr>
          <a:xfrm rot="16200000">
            <a:off x="10693624" y="-3524350"/>
            <a:ext cx="4729037" cy="7048700"/>
          </a:xfrm>
          <a:custGeom>
            <a:avLst/>
            <a:gdLst/>
            <a:ahLst/>
            <a:cxnLst/>
            <a:rect l="l" t="t" r="r" b="b"/>
            <a:pathLst>
              <a:path w="4729037" h="7048700" extrusionOk="0">
                <a:moveTo>
                  <a:pt x="0" y="0"/>
                </a:moveTo>
                <a:lnTo>
                  <a:pt x="4729037" y="0"/>
                </a:lnTo>
                <a:lnTo>
                  <a:pt x="4729037" y="7048700"/>
                </a:lnTo>
                <a:lnTo>
                  <a:pt x="0" y="7048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7000"/>
            </a:blip>
            <a:stretch>
              <a:fillRect/>
            </a:stretch>
          </a:blipFill>
          <a:ln>
            <a:noFill/>
          </a:ln>
        </p:spPr>
      </p:sp>
      <p:sp>
        <p:nvSpPr>
          <p:cNvPr id="8" name="Google Shape;292;p8">
            <a:extLst>
              <a:ext uri="{FF2B5EF4-FFF2-40B4-BE49-F238E27FC236}">
                <a16:creationId xmlns:a16="http://schemas.microsoft.com/office/drawing/2014/main" id="{4F9B5177-C421-77AC-0151-C87F84A32986}"/>
              </a:ext>
            </a:extLst>
          </p:cNvPr>
          <p:cNvSpPr/>
          <p:nvPr/>
        </p:nvSpPr>
        <p:spPr>
          <a:xfrm rot="16200000">
            <a:off x="2915845" y="6786337"/>
            <a:ext cx="4729037" cy="7048700"/>
          </a:xfrm>
          <a:custGeom>
            <a:avLst/>
            <a:gdLst/>
            <a:ahLst/>
            <a:cxnLst/>
            <a:rect l="l" t="t" r="r" b="b"/>
            <a:pathLst>
              <a:path w="4729037" h="7048700" extrusionOk="0">
                <a:moveTo>
                  <a:pt x="0" y="0"/>
                </a:moveTo>
                <a:lnTo>
                  <a:pt x="4729037" y="0"/>
                </a:lnTo>
                <a:lnTo>
                  <a:pt x="4729037" y="7048700"/>
                </a:lnTo>
                <a:lnTo>
                  <a:pt x="0" y="7048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7000"/>
            </a:blip>
            <a:stretch>
              <a:fillRect/>
            </a:stretch>
          </a:blipFill>
          <a:ln>
            <a:noFill/>
          </a:ln>
        </p:spPr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7340C4-DA42-BEE7-46C1-4B0C5D053C69}"/>
              </a:ext>
            </a:extLst>
          </p:cNvPr>
          <p:cNvSpPr txBox="1"/>
          <p:nvPr/>
        </p:nvSpPr>
        <p:spPr>
          <a:xfrm>
            <a:off x="1756013" y="3772401"/>
            <a:ext cx="13082205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Agile Development: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System built in phases from basic features to full product.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Technology Used: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Node.js, Express, MongoDB, and simple frontend used.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Security System: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Uses JWT, OTP, and role-based access control.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 Method: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Uses linear regression and safety stock formula for predictions. </a:t>
            </a:r>
          </a:p>
          <a:p>
            <a:endParaRPr lang="en-IN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FB"/>
        </a:solidFill>
        <a:effectLst/>
      </p:bgPr>
    </p:bg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8"/>
          <p:cNvSpPr/>
          <p:nvPr/>
        </p:nvSpPr>
        <p:spPr>
          <a:xfrm rot="-5400000">
            <a:off x="10693624" y="-3524350"/>
            <a:ext cx="4729037" cy="7048700"/>
          </a:xfrm>
          <a:custGeom>
            <a:avLst/>
            <a:gdLst/>
            <a:ahLst/>
            <a:cxnLst/>
            <a:rect l="l" t="t" r="r" b="b"/>
            <a:pathLst>
              <a:path w="4729037" h="7048700" extrusionOk="0">
                <a:moveTo>
                  <a:pt x="0" y="0"/>
                </a:moveTo>
                <a:lnTo>
                  <a:pt x="4729037" y="0"/>
                </a:lnTo>
                <a:lnTo>
                  <a:pt x="4729037" y="7048700"/>
                </a:lnTo>
                <a:lnTo>
                  <a:pt x="0" y="7048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7000"/>
            </a:blip>
            <a:stretch>
              <a:fillRect/>
            </a:stretch>
          </a:blipFill>
          <a:ln>
            <a:noFill/>
          </a:ln>
        </p:spPr>
      </p:sp>
      <p:sp>
        <p:nvSpPr>
          <p:cNvPr id="292" name="Google Shape;292;p8"/>
          <p:cNvSpPr/>
          <p:nvPr/>
        </p:nvSpPr>
        <p:spPr>
          <a:xfrm rot="-5400000">
            <a:off x="2915845" y="6786337"/>
            <a:ext cx="4729037" cy="7048700"/>
          </a:xfrm>
          <a:custGeom>
            <a:avLst/>
            <a:gdLst/>
            <a:ahLst/>
            <a:cxnLst/>
            <a:rect l="l" t="t" r="r" b="b"/>
            <a:pathLst>
              <a:path w="4729037" h="7048700" extrusionOk="0">
                <a:moveTo>
                  <a:pt x="0" y="0"/>
                </a:moveTo>
                <a:lnTo>
                  <a:pt x="4729037" y="0"/>
                </a:lnTo>
                <a:lnTo>
                  <a:pt x="4729037" y="7048700"/>
                </a:lnTo>
                <a:lnTo>
                  <a:pt x="0" y="7048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7000"/>
            </a:blip>
            <a:stretch>
              <a:fillRect/>
            </a:stretch>
          </a:blipFill>
          <a:ln>
            <a:noFill/>
          </a:ln>
        </p:spPr>
      </p:sp>
      <p:grpSp>
        <p:nvGrpSpPr>
          <p:cNvPr id="293" name="Google Shape;293;p8"/>
          <p:cNvGrpSpPr/>
          <p:nvPr/>
        </p:nvGrpSpPr>
        <p:grpSpPr>
          <a:xfrm>
            <a:off x="1028700" y="739378"/>
            <a:ext cx="16230600" cy="8518922"/>
            <a:chOff x="0" y="-76200"/>
            <a:chExt cx="4274726" cy="2243667"/>
          </a:xfrm>
        </p:grpSpPr>
        <p:sp>
          <p:nvSpPr>
            <p:cNvPr id="294" name="Google Shape;294;p8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 extrusionOk="0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DFB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" name="Google Shape;295;p8"/>
            <p:cNvSpPr txBox="1"/>
            <p:nvPr/>
          </p:nvSpPr>
          <p:spPr>
            <a:xfrm>
              <a:off x="0" y="-76200"/>
              <a:ext cx="4274726" cy="2243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96" name="Google Shape;296;p8"/>
          <p:cNvSpPr/>
          <p:nvPr/>
        </p:nvSpPr>
        <p:spPr>
          <a:xfrm>
            <a:off x="1756013" y="1534701"/>
            <a:ext cx="2448843" cy="405172"/>
          </a:xfrm>
          <a:custGeom>
            <a:avLst/>
            <a:gdLst/>
            <a:ahLst/>
            <a:cxnLst/>
            <a:rect l="l" t="t" r="r" b="b"/>
            <a:pathLst>
              <a:path w="2448843" h="405172" extrusionOk="0">
                <a:moveTo>
                  <a:pt x="0" y="0"/>
                </a:moveTo>
                <a:lnTo>
                  <a:pt x="2448843" y="0"/>
                </a:lnTo>
                <a:lnTo>
                  <a:pt x="2448843" y="405172"/>
                </a:lnTo>
                <a:lnTo>
                  <a:pt x="0" y="4051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97" name="Google Shape;297;p8"/>
          <p:cNvSpPr/>
          <p:nvPr/>
        </p:nvSpPr>
        <p:spPr>
          <a:xfrm>
            <a:off x="14083144" y="8450319"/>
            <a:ext cx="2448843" cy="405172"/>
          </a:xfrm>
          <a:custGeom>
            <a:avLst/>
            <a:gdLst/>
            <a:ahLst/>
            <a:cxnLst/>
            <a:rect l="l" t="t" r="r" b="b"/>
            <a:pathLst>
              <a:path w="2448843" h="405172" extrusionOk="0">
                <a:moveTo>
                  <a:pt x="0" y="0"/>
                </a:moveTo>
                <a:lnTo>
                  <a:pt x="2448843" y="0"/>
                </a:lnTo>
                <a:lnTo>
                  <a:pt x="2448843" y="405172"/>
                </a:lnTo>
                <a:lnTo>
                  <a:pt x="0" y="4051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98" name="Google Shape;298;p8"/>
          <p:cNvSpPr/>
          <p:nvPr/>
        </p:nvSpPr>
        <p:spPr>
          <a:xfrm rot="-5400000">
            <a:off x="16076374" y="-2482323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2" y="0"/>
                </a:lnTo>
                <a:lnTo>
                  <a:pt x="4423252" y="6592922"/>
                </a:lnTo>
                <a:lnTo>
                  <a:pt x="0" y="659292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99" name="Google Shape;299;p8"/>
          <p:cNvSpPr/>
          <p:nvPr/>
        </p:nvSpPr>
        <p:spPr>
          <a:xfrm rot="-5400000">
            <a:off x="-2250585" y="6195701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1" y="0"/>
                </a:lnTo>
                <a:lnTo>
                  <a:pt x="4423251" y="6592923"/>
                </a:lnTo>
                <a:lnTo>
                  <a:pt x="0" y="65929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300" name="Google Shape;300;p8"/>
          <p:cNvGrpSpPr/>
          <p:nvPr/>
        </p:nvGrpSpPr>
        <p:grpSpPr>
          <a:xfrm>
            <a:off x="6341594" y="1253135"/>
            <a:ext cx="5540306" cy="1156510"/>
            <a:chOff x="0" y="-76200"/>
            <a:chExt cx="1804601" cy="376701"/>
          </a:xfrm>
        </p:grpSpPr>
        <p:sp>
          <p:nvSpPr>
            <p:cNvPr id="301" name="Google Shape;301;p8"/>
            <p:cNvSpPr/>
            <p:nvPr/>
          </p:nvSpPr>
          <p:spPr>
            <a:xfrm>
              <a:off x="0" y="0"/>
              <a:ext cx="1804601" cy="300501"/>
            </a:xfrm>
            <a:custGeom>
              <a:avLst/>
              <a:gdLst/>
              <a:ahLst/>
              <a:cxnLst/>
              <a:rect l="l" t="t" r="r" b="b"/>
              <a:pathLst>
                <a:path w="1804601" h="300501" extrusionOk="0">
                  <a:moveTo>
                    <a:pt x="0" y="0"/>
                  </a:moveTo>
                  <a:lnTo>
                    <a:pt x="1804601" y="0"/>
                  </a:lnTo>
                  <a:lnTo>
                    <a:pt x="1804601" y="300501"/>
                  </a:lnTo>
                  <a:lnTo>
                    <a:pt x="0" y="300501"/>
                  </a:lnTo>
                  <a:close/>
                </a:path>
              </a:pathLst>
            </a:custGeom>
            <a:solidFill>
              <a:srgbClr val="EAD6FF"/>
            </a:solidFill>
            <a:ln>
              <a:noFill/>
            </a:ln>
          </p:spPr>
        </p:sp>
        <p:sp>
          <p:nvSpPr>
            <p:cNvPr id="302" name="Google Shape;302;p8"/>
            <p:cNvSpPr txBox="1"/>
            <p:nvPr/>
          </p:nvSpPr>
          <p:spPr>
            <a:xfrm>
              <a:off x="0" y="-76200"/>
              <a:ext cx="1804600" cy="3767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3" name="Google Shape;303;p8"/>
          <p:cNvGrpSpPr/>
          <p:nvPr/>
        </p:nvGrpSpPr>
        <p:grpSpPr>
          <a:xfrm>
            <a:off x="6508661" y="1438732"/>
            <a:ext cx="5580232" cy="1090911"/>
            <a:chOff x="0" y="-76200"/>
            <a:chExt cx="1817606" cy="355334"/>
          </a:xfrm>
        </p:grpSpPr>
        <p:sp>
          <p:nvSpPr>
            <p:cNvPr id="304" name="Google Shape;304;p8"/>
            <p:cNvSpPr/>
            <p:nvPr/>
          </p:nvSpPr>
          <p:spPr>
            <a:xfrm>
              <a:off x="0" y="0"/>
              <a:ext cx="1817606" cy="279134"/>
            </a:xfrm>
            <a:custGeom>
              <a:avLst/>
              <a:gdLst/>
              <a:ahLst/>
              <a:cxnLst/>
              <a:rect l="l" t="t" r="r" b="b"/>
              <a:pathLst>
                <a:path w="1817606" h="279134" extrusionOk="0">
                  <a:moveTo>
                    <a:pt x="0" y="0"/>
                  </a:moveTo>
                  <a:lnTo>
                    <a:pt x="1817606" y="0"/>
                  </a:lnTo>
                  <a:lnTo>
                    <a:pt x="1817606" y="279134"/>
                  </a:lnTo>
                  <a:lnTo>
                    <a:pt x="0" y="27913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76200" cap="sq" cmpd="sng">
              <a:solidFill>
                <a:srgbClr val="CB74F7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305" name="Google Shape;305;p8"/>
            <p:cNvSpPr txBox="1"/>
            <p:nvPr/>
          </p:nvSpPr>
          <p:spPr>
            <a:xfrm>
              <a:off x="0" y="-76200"/>
              <a:ext cx="1817606" cy="35533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06" name="Google Shape;306;p8"/>
          <p:cNvSpPr txBox="1"/>
          <p:nvPr/>
        </p:nvSpPr>
        <p:spPr>
          <a:xfrm>
            <a:off x="6874398" y="1754577"/>
            <a:ext cx="4770623" cy="655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34"/>
              <a:buFont typeface="Arial"/>
              <a:buNone/>
            </a:pPr>
            <a:r>
              <a:rPr lang="en-US" sz="3834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RESULT AND DISCUSSION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8"/>
          <p:cNvSpPr/>
          <p:nvPr/>
        </p:nvSpPr>
        <p:spPr>
          <a:xfrm rot="-5400000">
            <a:off x="17620984" y="1556567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2" y="0"/>
                </a:lnTo>
                <a:lnTo>
                  <a:pt x="4423252" y="6592923"/>
                </a:lnTo>
                <a:lnTo>
                  <a:pt x="0" y="65929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08" name="Google Shape;308;p8"/>
          <p:cNvSpPr/>
          <p:nvPr/>
        </p:nvSpPr>
        <p:spPr>
          <a:xfrm rot="-5400000" flipH="1">
            <a:off x="-3752074" y="2286941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4423252" y="0"/>
                </a:moveTo>
                <a:lnTo>
                  <a:pt x="0" y="0"/>
                </a:lnTo>
                <a:lnTo>
                  <a:pt x="0" y="6592923"/>
                </a:lnTo>
                <a:lnTo>
                  <a:pt x="4423252" y="6592923"/>
                </a:lnTo>
                <a:lnTo>
                  <a:pt x="4423252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11" name="Google Shape;311;p8"/>
          <p:cNvSpPr/>
          <p:nvPr/>
        </p:nvSpPr>
        <p:spPr>
          <a:xfrm>
            <a:off x="189876" y="296181"/>
            <a:ext cx="1713069" cy="1643692"/>
          </a:xfrm>
          <a:custGeom>
            <a:avLst/>
            <a:gdLst/>
            <a:ahLst/>
            <a:cxnLst/>
            <a:rect l="l" t="t" r="r" b="b"/>
            <a:pathLst>
              <a:path w="1713069" h="1643692" extrusionOk="0">
                <a:moveTo>
                  <a:pt x="0" y="0"/>
                </a:moveTo>
                <a:lnTo>
                  <a:pt x="1713068" y="0"/>
                </a:lnTo>
                <a:lnTo>
                  <a:pt x="1713068" y="1643692"/>
                </a:lnTo>
                <a:lnTo>
                  <a:pt x="0" y="1643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399649-3DDE-22BA-F217-D4A44E6B4DD8}"/>
              </a:ext>
            </a:extLst>
          </p:cNvPr>
          <p:cNvSpPr txBox="1"/>
          <p:nvPr/>
        </p:nvSpPr>
        <p:spPr>
          <a:xfrm>
            <a:off x="1756013" y="3723796"/>
            <a:ext cx="10454973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Full Implementation: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All planned features successfully completed.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Prediction Result: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System gives around 85% accurate demand prediction.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Security: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Strong isolation ensures no data leakage between stores.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Limitations: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Issues with seasonal demand, email dependency, and scalability. </a:t>
            </a:r>
          </a:p>
          <a:p>
            <a:endParaRPr lang="en-IN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FB"/>
        </a:solidFill>
        <a:effectLst/>
      </p:bgPr>
    </p:bg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9"/>
          <p:cNvSpPr/>
          <p:nvPr/>
        </p:nvSpPr>
        <p:spPr>
          <a:xfrm rot="-5400000">
            <a:off x="10693624" y="-3524350"/>
            <a:ext cx="4729037" cy="7048700"/>
          </a:xfrm>
          <a:custGeom>
            <a:avLst/>
            <a:gdLst/>
            <a:ahLst/>
            <a:cxnLst/>
            <a:rect l="l" t="t" r="r" b="b"/>
            <a:pathLst>
              <a:path w="4729037" h="7048700" extrusionOk="0">
                <a:moveTo>
                  <a:pt x="0" y="0"/>
                </a:moveTo>
                <a:lnTo>
                  <a:pt x="4729037" y="0"/>
                </a:lnTo>
                <a:lnTo>
                  <a:pt x="4729037" y="7048700"/>
                </a:lnTo>
                <a:lnTo>
                  <a:pt x="0" y="7048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7000"/>
            </a:blip>
            <a:stretch>
              <a:fillRect/>
            </a:stretch>
          </a:blipFill>
          <a:ln>
            <a:noFill/>
          </a:ln>
        </p:spPr>
      </p:sp>
      <p:sp>
        <p:nvSpPr>
          <p:cNvPr id="317" name="Google Shape;317;p9"/>
          <p:cNvSpPr/>
          <p:nvPr/>
        </p:nvSpPr>
        <p:spPr>
          <a:xfrm rot="-5400000">
            <a:off x="2915845" y="6786337"/>
            <a:ext cx="4729037" cy="7048700"/>
          </a:xfrm>
          <a:custGeom>
            <a:avLst/>
            <a:gdLst/>
            <a:ahLst/>
            <a:cxnLst/>
            <a:rect l="l" t="t" r="r" b="b"/>
            <a:pathLst>
              <a:path w="4729037" h="7048700" extrusionOk="0">
                <a:moveTo>
                  <a:pt x="0" y="0"/>
                </a:moveTo>
                <a:lnTo>
                  <a:pt x="4729037" y="0"/>
                </a:lnTo>
                <a:lnTo>
                  <a:pt x="4729037" y="7048700"/>
                </a:lnTo>
                <a:lnTo>
                  <a:pt x="0" y="7048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7000"/>
            </a:blip>
            <a:stretch>
              <a:fillRect/>
            </a:stretch>
          </a:blipFill>
          <a:ln>
            <a:noFill/>
          </a:ln>
        </p:spPr>
      </p:sp>
      <p:grpSp>
        <p:nvGrpSpPr>
          <p:cNvPr id="318" name="Google Shape;318;p9"/>
          <p:cNvGrpSpPr/>
          <p:nvPr/>
        </p:nvGrpSpPr>
        <p:grpSpPr>
          <a:xfrm>
            <a:off x="1028700" y="739378"/>
            <a:ext cx="16230600" cy="8518922"/>
            <a:chOff x="0" y="-76200"/>
            <a:chExt cx="4274726" cy="2243667"/>
          </a:xfrm>
        </p:grpSpPr>
        <p:sp>
          <p:nvSpPr>
            <p:cNvPr id="319" name="Google Shape;319;p9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 extrusionOk="0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DFB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" name="Google Shape;320;p9"/>
            <p:cNvSpPr txBox="1"/>
            <p:nvPr/>
          </p:nvSpPr>
          <p:spPr>
            <a:xfrm>
              <a:off x="0" y="-76200"/>
              <a:ext cx="4274726" cy="2243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1" name="Google Shape;321;p9"/>
          <p:cNvSpPr/>
          <p:nvPr/>
        </p:nvSpPr>
        <p:spPr>
          <a:xfrm>
            <a:off x="1756013" y="1534701"/>
            <a:ext cx="2448843" cy="405172"/>
          </a:xfrm>
          <a:custGeom>
            <a:avLst/>
            <a:gdLst/>
            <a:ahLst/>
            <a:cxnLst/>
            <a:rect l="l" t="t" r="r" b="b"/>
            <a:pathLst>
              <a:path w="2448843" h="405172" extrusionOk="0">
                <a:moveTo>
                  <a:pt x="0" y="0"/>
                </a:moveTo>
                <a:lnTo>
                  <a:pt x="2448843" y="0"/>
                </a:lnTo>
                <a:lnTo>
                  <a:pt x="2448843" y="405172"/>
                </a:lnTo>
                <a:lnTo>
                  <a:pt x="0" y="4051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22" name="Google Shape;322;p9"/>
          <p:cNvSpPr/>
          <p:nvPr/>
        </p:nvSpPr>
        <p:spPr>
          <a:xfrm>
            <a:off x="14083144" y="8450319"/>
            <a:ext cx="2448843" cy="405172"/>
          </a:xfrm>
          <a:custGeom>
            <a:avLst/>
            <a:gdLst/>
            <a:ahLst/>
            <a:cxnLst/>
            <a:rect l="l" t="t" r="r" b="b"/>
            <a:pathLst>
              <a:path w="2448843" h="405172" extrusionOk="0">
                <a:moveTo>
                  <a:pt x="0" y="0"/>
                </a:moveTo>
                <a:lnTo>
                  <a:pt x="2448843" y="0"/>
                </a:lnTo>
                <a:lnTo>
                  <a:pt x="2448843" y="405172"/>
                </a:lnTo>
                <a:lnTo>
                  <a:pt x="0" y="4051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23" name="Google Shape;323;p9"/>
          <p:cNvSpPr/>
          <p:nvPr/>
        </p:nvSpPr>
        <p:spPr>
          <a:xfrm rot="-5400000">
            <a:off x="16076374" y="-2482323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2" y="0"/>
                </a:lnTo>
                <a:lnTo>
                  <a:pt x="4423252" y="6592922"/>
                </a:lnTo>
                <a:lnTo>
                  <a:pt x="0" y="659292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24" name="Google Shape;324;p9"/>
          <p:cNvSpPr/>
          <p:nvPr/>
        </p:nvSpPr>
        <p:spPr>
          <a:xfrm rot="-5400000">
            <a:off x="-2250585" y="6195701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1" y="0"/>
                </a:lnTo>
                <a:lnTo>
                  <a:pt x="4423251" y="6592923"/>
                </a:lnTo>
                <a:lnTo>
                  <a:pt x="0" y="65929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325" name="Google Shape;325;p9"/>
          <p:cNvGrpSpPr/>
          <p:nvPr/>
        </p:nvGrpSpPr>
        <p:grpSpPr>
          <a:xfrm>
            <a:off x="6341594" y="1300762"/>
            <a:ext cx="5481584" cy="1189501"/>
            <a:chOff x="0" y="-76200"/>
            <a:chExt cx="1785490" cy="387451"/>
          </a:xfrm>
        </p:grpSpPr>
        <p:sp>
          <p:nvSpPr>
            <p:cNvPr id="326" name="Google Shape;326;p9"/>
            <p:cNvSpPr/>
            <p:nvPr/>
          </p:nvSpPr>
          <p:spPr>
            <a:xfrm>
              <a:off x="0" y="0"/>
              <a:ext cx="1785490" cy="311251"/>
            </a:xfrm>
            <a:custGeom>
              <a:avLst/>
              <a:gdLst/>
              <a:ahLst/>
              <a:cxnLst/>
              <a:rect l="l" t="t" r="r" b="b"/>
              <a:pathLst>
                <a:path w="1785490" h="311251" extrusionOk="0">
                  <a:moveTo>
                    <a:pt x="0" y="0"/>
                  </a:moveTo>
                  <a:lnTo>
                    <a:pt x="1785490" y="0"/>
                  </a:lnTo>
                  <a:lnTo>
                    <a:pt x="1785490" y="311251"/>
                  </a:lnTo>
                  <a:lnTo>
                    <a:pt x="0" y="311251"/>
                  </a:lnTo>
                  <a:close/>
                </a:path>
              </a:pathLst>
            </a:custGeom>
            <a:solidFill>
              <a:srgbClr val="EAD6FF"/>
            </a:solidFill>
            <a:ln>
              <a:noFill/>
            </a:ln>
          </p:spPr>
        </p:sp>
        <p:sp>
          <p:nvSpPr>
            <p:cNvPr id="327" name="Google Shape;327;p9"/>
            <p:cNvSpPr txBox="1"/>
            <p:nvPr/>
          </p:nvSpPr>
          <p:spPr>
            <a:xfrm>
              <a:off x="0" y="-76200"/>
              <a:ext cx="1785490" cy="3874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8" name="Google Shape;328;p9"/>
          <p:cNvGrpSpPr/>
          <p:nvPr/>
        </p:nvGrpSpPr>
        <p:grpSpPr>
          <a:xfrm>
            <a:off x="6464822" y="1457785"/>
            <a:ext cx="5481584" cy="1189501"/>
            <a:chOff x="0" y="-76200"/>
            <a:chExt cx="1785490" cy="387451"/>
          </a:xfrm>
        </p:grpSpPr>
        <p:sp>
          <p:nvSpPr>
            <p:cNvPr id="329" name="Google Shape;329;p9"/>
            <p:cNvSpPr/>
            <p:nvPr/>
          </p:nvSpPr>
          <p:spPr>
            <a:xfrm>
              <a:off x="0" y="0"/>
              <a:ext cx="1785490" cy="311251"/>
            </a:xfrm>
            <a:custGeom>
              <a:avLst/>
              <a:gdLst/>
              <a:ahLst/>
              <a:cxnLst/>
              <a:rect l="l" t="t" r="r" b="b"/>
              <a:pathLst>
                <a:path w="1785490" h="311251" extrusionOk="0">
                  <a:moveTo>
                    <a:pt x="0" y="0"/>
                  </a:moveTo>
                  <a:lnTo>
                    <a:pt x="1785490" y="0"/>
                  </a:lnTo>
                  <a:lnTo>
                    <a:pt x="1785490" y="311251"/>
                  </a:lnTo>
                  <a:lnTo>
                    <a:pt x="0" y="31125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76200" cap="sq" cmpd="sng">
              <a:solidFill>
                <a:srgbClr val="CB74F7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330" name="Google Shape;330;p9"/>
            <p:cNvSpPr txBox="1"/>
            <p:nvPr/>
          </p:nvSpPr>
          <p:spPr>
            <a:xfrm>
              <a:off x="0" y="-76200"/>
              <a:ext cx="1785490" cy="3874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1" name="Google Shape;331;p9"/>
          <p:cNvSpPr txBox="1"/>
          <p:nvPr/>
        </p:nvSpPr>
        <p:spPr>
          <a:xfrm>
            <a:off x="7052555" y="1803903"/>
            <a:ext cx="4182889" cy="6550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34"/>
              <a:buFont typeface="Arial"/>
              <a:buNone/>
            </a:pPr>
            <a:r>
              <a:rPr lang="en-US" sz="3834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9"/>
          <p:cNvSpPr/>
          <p:nvPr/>
        </p:nvSpPr>
        <p:spPr>
          <a:xfrm rot="-5400000">
            <a:off x="17620984" y="1556567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2" y="0"/>
                </a:lnTo>
                <a:lnTo>
                  <a:pt x="4423252" y="6592923"/>
                </a:lnTo>
                <a:lnTo>
                  <a:pt x="0" y="65929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33" name="Google Shape;333;p9"/>
          <p:cNvSpPr/>
          <p:nvPr/>
        </p:nvSpPr>
        <p:spPr>
          <a:xfrm rot="-5400000" flipH="1">
            <a:off x="-3752074" y="2286941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4423252" y="0"/>
                </a:moveTo>
                <a:lnTo>
                  <a:pt x="0" y="0"/>
                </a:lnTo>
                <a:lnTo>
                  <a:pt x="0" y="6592923"/>
                </a:lnTo>
                <a:lnTo>
                  <a:pt x="4423252" y="6592923"/>
                </a:lnTo>
                <a:lnTo>
                  <a:pt x="4423252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35" name="Google Shape;335;p9"/>
          <p:cNvSpPr/>
          <p:nvPr/>
        </p:nvSpPr>
        <p:spPr>
          <a:xfrm>
            <a:off x="189876" y="296181"/>
            <a:ext cx="1713069" cy="1643692"/>
          </a:xfrm>
          <a:custGeom>
            <a:avLst/>
            <a:gdLst/>
            <a:ahLst/>
            <a:cxnLst/>
            <a:rect l="l" t="t" r="r" b="b"/>
            <a:pathLst>
              <a:path w="1713069" h="1643692" extrusionOk="0">
                <a:moveTo>
                  <a:pt x="0" y="0"/>
                </a:moveTo>
                <a:lnTo>
                  <a:pt x="1713068" y="0"/>
                </a:lnTo>
                <a:lnTo>
                  <a:pt x="1713068" y="1643692"/>
                </a:lnTo>
                <a:lnTo>
                  <a:pt x="0" y="1643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8305F1-FF05-4288-F3C9-295C56C5FE58}"/>
              </a:ext>
            </a:extLst>
          </p:cNvPr>
          <p:cNvSpPr txBox="1"/>
          <p:nvPr/>
        </p:nvSpPr>
        <p:spPr>
          <a:xfrm>
            <a:off x="2300695" y="2919348"/>
            <a:ext cx="12537524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Achievement: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3000" i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InveXa</a:t>
            </a:r>
            <a:r>
              <a:rPr lang="en-US" altLang="en-US" sz="30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3000" i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sTacK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delivers low-cost, AI-powered inventory management using a lean Node.js architecture.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Strengths: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Secure multi-tenant design with database isolation, JWT-based RBAC, OTP verification, and demand prediction without heavy ML.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Impact &amp; Future:</a:t>
            </a:r>
            <a:r>
              <a:rPr lang="en-US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Fully implemented system with scope for advanced forecasting, mobile (PWA) support, and barcode-based management.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79D9C5B8-ED1C-BFE9-D24A-179E83485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">
            <a:extLst>
              <a:ext uri="{FF2B5EF4-FFF2-40B4-BE49-F238E27FC236}">
                <a16:creationId xmlns:a16="http://schemas.microsoft.com/office/drawing/2014/main" id="{60ECE244-3B2B-2D97-81C8-95457946B958}"/>
              </a:ext>
            </a:extLst>
          </p:cNvPr>
          <p:cNvSpPr/>
          <p:nvPr/>
        </p:nvSpPr>
        <p:spPr>
          <a:xfrm rot="-5400000">
            <a:off x="10693624" y="-3524350"/>
            <a:ext cx="4729037" cy="7048700"/>
          </a:xfrm>
          <a:custGeom>
            <a:avLst/>
            <a:gdLst/>
            <a:ahLst/>
            <a:cxnLst/>
            <a:rect l="l" t="t" r="r" b="b"/>
            <a:pathLst>
              <a:path w="4729037" h="7048700" extrusionOk="0">
                <a:moveTo>
                  <a:pt x="0" y="0"/>
                </a:moveTo>
                <a:lnTo>
                  <a:pt x="4729037" y="0"/>
                </a:lnTo>
                <a:lnTo>
                  <a:pt x="4729037" y="7048700"/>
                </a:lnTo>
                <a:lnTo>
                  <a:pt x="0" y="7048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7000"/>
            </a:blip>
            <a:stretch>
              <a:fillRect/>
            </a:stretch>
          </a:blipFill>
          <a:ln>
            <a:noFill/>
          </a:ln>
        </p:spPr>
      </p:sp>
      <p:sp>
        <p:nvSpPr>
          <p:cNvPr id="342" name="Google Shape;342;p10">
            <a:extLst>
              <a:ext uri="{FF2B5EF4-FFF2-40B4-BE49-F238E27FC236}">
                <a16:creationId xmlns:a16="http://schemas.microsoft.com/office/drawing/2014/main" id="{FE9127E0-738B-A7DF-75CA-D933D105C0F3}"/>
              </a:ext>
            </a:extLst>
          </p:cNvPr>
          <p:cNvSpPr/>
          <p:nvPr/>
        </p:nvSpPr>
        <p:spPr>
          <a:xfrm rot="-5400000">
            <a:off x="2915845" y="6786337"/>
            <a:ext cx="4729037" cy="7048700"/>
          </a:xfrm>
          <a:custGeom>
            <a:avLst/>
            <a:gdLst/>
            <a:ahLst/>
            <a:cxnLst/>
            <a:rect l="l" t="t" r="r" b="b"/>
            <a:pathLst>
              <a:path w="4729037" h="7048700" extrusionOk="0">
                <a:moveTo>
                  <a:pt x="0" y="0"/>
                </a:moveTo>
                <a:lnTo>
                  <a:pt x="4729037" y="0"/>
                </a:lnTo>
                <a:lnTo>
                  <a:pt x="4729037" y="7048700"/>
                </a:lnTo>
                <a:lnTo>
                  <a:pt x="0" y="7048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7000"/>
            </a:blip>
            <a:stretch>
              <a:fillRect/>
            </a:stretch>
          </a:blipFill>
          <a:ln>
            <a:noFill/>
          </a:ln>
        </p:spPr>
      </p:sp>
      <p:grpSp>
        <p:nvGrpSpPr>
          <p:cNvPr id="343" name="Google Shape;343;p10">
            <a:extLst>
              <a:ext uri="{FF2B5EF4-FFF2-40B4-BE49-F238E27FC236}">
                <a16:creationId xmlns:a16="http://schemas.microsoft.com/office/drawing/2014/main" id="{2765DB54-C086-8389-9714-2C45601C7313}"/>
              </a:ext>
            </a:extLst>
          </p:cNvPr>
          <p:cNvGrpSpPr/>
          <p:nvPr/>
        </p:nvGrpSpPr>
        <p:grpSpPr>
          <a:xfrm>
            <a:off x="1028699" y="739577"/>
            <a:ext cx="16230600" cy="8518922"/>
            <a:chOff x="0" y="-76200"/>
            <a:chExt cx="4274726" cy="2243667"/>
          </a:xfrm>
        </p:grpSpPr>
        <p:sp>
          <p:nvSpPr>
            <p:cNvPr id="344" name="Google Shape;344;p10">
              <a:extLst>
                <a:ext uri="{FF2B5EF4-FFF2-40B4-BE49-F238E27FC236}">
                  <a16:creationId xmlns:a16="http://schemas.microsoft.com/office/drawing/2014/main" id="{06B04857-61B7-ECF8-1232-856955C931F0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 extrusionOk="0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DFB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10">
              <a:extLst>
                <a:ext uri="{FF2B5EF4-FFF2-40B4-BE49-F238E27FC236}">
                  <a16:creationId xmlns:a16="http://schemas.microsoft.com/office/drawing/2014/main" id="{59620C0A-BF4C-7403-8747-7CDD1757B240}"/>
                </a:ext>
              </a:extLst>
            </p:cNvPr>
            <p:cNvSpPr txBox="1"/>
            <p:nvPr/>
          </p:nvSpPr>
          <p:spPr>
            <a:xfrm>
              <a:off x="0" y="-76200"/>
              <a:ext cx="4274726" cy="2243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10">
            <a:extLst>
              <a:ext uri="{FF2B5EF4-FFF2-40B4-BE49-F238E27FC236}">
                <a16:creationId xmlns:a16="http://schemas.microsoft.com/office/drawing/2014/main" id="{83D5129A-7AEC-2A8B-E744-B5788C7AECC0}"/>
              </a:ext>
            </a:extLst>
          </p:cNvPr>
          <p:cNvSpPr/>
          <p:nvPr/>
        </p:nvSpPr>
        <p:spPr>
          <a:xfrm>
            <a:off x="1756013" y="1534701"/>
            <a:ext cx="2448843" cy="405172"/>
          </a:xfrm>
          <a:custGeom>
            <a:avLst/>
            <a:gdLst/>
            <a:ahLst/>
            <a:cxnLst/>
            <a:rect l="l" t="t" r="r" b="b"/>
            <a:pathLst>
              <a:path w="2448843" h="405172" extrusionOk="0">
                <a:moveTo>
                  <a:pt x="0" y="0"/>
                </a:moveTo>
                <a:lnTo>
                  <a:pt x="2448843" y="0"/>
                </a:lnTo>
                <a:lnTo>
                  <a:pt x="2448843" y="405172"/>
                </a:lnTo>
                <a:lnTo>
                  <a:pt x="0" y="4051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47" name="Google Shape;347;p10">
            <a:extLst>
              <a:ext uri="{FF2B5EF4-FFF2-40B4-BE49-F238E27FC236}">
                <a16:creationId xmlns:a16="http://schemas.microsoft.com/office/drawing/2014/main" id="{ABCEC609-8DF0-49F0-C36C-F01069550232}"/>
              </a:ext>
            </a:extLst>
          </p:cNvPr>
          <p:cNvSpPr/>
          <p:nvPr/>
        </p:nvSpPr>
        <p:spPr>
          <a:xfrm>
            <a:off x="14083144" y="8450319"/>
            <a:ext cx="2448843" cy="405172"/>
          </a:xfrm>
          <a:custGeom>
            <a:avLst/>
            <a:gdLst/>
            <a:ahLst/>
            <a:cxnLst/>
            <a:rect l="l" t="t" r="r" b="b"/>
            <a:pathLst>
              <a:path w="2448843" h="405172" extrusionOk="0">
                <a:moveTo>
                  <a:pt x="0" y="0"/>
                </a:moveTo>
                <a:lnTo>
                  <a:pt x="2448843" y="0"/>
                </a:lnTo>
                <a:lnTo>
                  <a:pt x="2448843" y="405172"/>
                </a:lnTo>
                <a:lnTo>
                  <a:pt x="0" y="4051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48" name="Google Shape;348;p10">
            <a:extLst>
              <a:ext uri="{FF2B5EF4-FFF2-40B4-BE49-F238E27FC236}">
                <a16:creationId xmlns:a16="http://schemas.microsoft.com/office/drawing/2014/main" id="{1CE29B2F-5DB6-3969-1C49-852A5CCED660}"/>
              </a:ext>
            </a:extLst>
          </p:cNvPr>
          <p:cNvSpPr/>
          <p:nvPr/>
        </p:nvSpPr>
        <p:spPr>
          <a:xfrm rot="-5400000">
            <a:off x="16076374" y="-2482323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2" y="0"/>
                </a:lnTo>
                <a:lnTo>
                  <a:pt x="4423252" y="6592922"/>
                </a:lnTo>
                <a:lnTo>
                  <a:pt x="0" y="659292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49" name="Google Shape;349;p10">
            <a:extLst>
              <a:ext uri="{FF2B5EF4-FFF2-40B4-BE49-F238E27FC236}">
                <a16:creationId xmlns:a16="http://schemas.microsoft.com/office/drawing/2014/main" id="{44C9DDE8-29F9-2DC1-476B-1C0296CCAC12}"/>
              </a:ext>
            </a:extLst>
          </p:cNvPr>
          <p:cNvSpPr/>
          <p:nvPr/>
        </p:nvSpPr>
        <p:spPr>
          <a:xfrm rot="-5400000">
            <a:off x="-2250585" y="6195701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1" y="0"/>
                </a:lnTo>
                <a:lnTo>
                  <a:pt x="4423251" y="6592923"/>
                </a:lnTo>
                <a:lnTo>
                  <a:pt x="0" y="65929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350" name="Google Shape;350;p10">
            <a:extLst>
              <a:ext uri="{FF2B5EF4-FFF2-40B4-BE49-F238E27FC236}">
                <a16:creationId xmlns:a16="http://schemas.microsoft.com/office/drawing/2014/main" id="{959E2446-D11D-35E1-D593-3EC656866A1D}"/>
              </a:ext>
            </a:extLst>
          </p:cNvPr>
          <p:cNvGrpSpPr/>
          <p:nvPr/>
        </p:nvGrpSpPr>
        <p:grpSpPr>
          <a:xfrm>
            <a:off x="6341594" y="1300762"/>
            <a:ext cx="5481584" cy="1189501"/>
            <a:chOff x="0" y="-76200"/>
            <a:chExt cx="1785490" cy="387451"/>
          </a:xfrm>
        </p:grpSpPr>
        <p:sp>
          <p:nvSpPr>
            <p:cNvPr id="351" name="Google Shape;351;p10">
              <a:extLst>
                <a:ext uri="{FF2B5EF4-FFF2-40B4-BE49-F238E27FC236}">
                  <a16:creationId xmlns:a16="http://schemas.microsoft.com/office/drawing/2014/main" id="{144AFFD6-D7BD-C002-2B25-0EAEB4FE0856}"/>
                </a:ext>
              </a:extLst>
            </p:cNvPr>
            <p:cNvSpPr/>
            <p:nvPr/>
          </p:nvSpPr>
          <p:spPr>
            <a:xfrm>
              <a:off x="0" y="0"/>
              <a:ext cx="1785490" cy="311251"/>
            </a:xfrm>
            <a:custGeom>
              <a:avLst/>
              <a:gdLst/>
              <a:ahLst/>
              <a:cxnLst/>
              <a:rect l="l" t="t" r="r" b="b"/>
              <a:pathLst>
                <a:path w="1785490" h="311251" extrusionOk="0">
                  <a:moveTo>
                    <a:pt x="0" y="0"/>
                  </a:moveTo>
                  <a:lnTo>
                    <a:pt x="1785490" y="0"/>
                  </a:lnTo>
                  <a:lnTo>
                    <a:pt x="1785490" y="311251"/>
                  </a:lnTo>
                  <a:lnTo>
                    <a:pt x="0" y="311251"/>
                  </a:lnTo>
                  <a:close/>
                </a:path>
              </a:pathLst>
            </a:custGeom>
            <a:solidFill>
              <a:srgbClr val="EAD6FF"/>
            </a:solidFill>
            <a:ln>
              <a:noFill/>
            </a:ln>
          </p:spPr>
        </p:sp>
        <p:sp>
          <p:nvSpPr>
            <p:cNvPr id="352" name="Google Shape;352;p10">
              <a:extLst>
                <a:ext uri="{FF2B5EF4-FFF2-40B4-BE49-F238E27FC236}">
                  <a16:creationId xmlns:a16="http://schemas.microsoft.com/office/drawing/2014/main" id="{E6B2DAAA-19D3-6AA7-6EBF-6D29D300F61F}"/>
                </a:ext>
              </a:extLst>
            </p:cNvPr>
            <p:cNvSpPr txBox="1"/>
            <p:nvPr/>
          </p:nvSpPr>
          <p:spPr>
            <a:xfrm>
              <a:off x="0" y="-76200"/>
              <a:ext cx="1785490" cy="3874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3" name="Google Shape;353;p10">
            <a:extLst>
              <a:ext uri="{FF2B5EF4-FFF2-40B4-BE49-F238E27FC236}">
                <a16:creationId xmlns:a16="http://schemas.microsoft.com/office/drawing/2014/main" id="{A814DB65-7631-9A7C-3216-6914D2B2D8EF}"/>
              </a:ext>
            </a:extLst>
          </p:cNvPr>
          <p:cNvGrpSpPr/>
          <p:nvPr/>
        </p:nvGrpSpPr>
        <p:grpSpPr>
          <a:xfrm>
            <a:off x="6525518" y="1417731"/>
            <a:ext cx="5481584" cy="1189501"/>
            <a:chOff x="0" y="-76200"/>
            <a:chExt cx="1785490" cy="387451"/>
          </a:xfrm>
        </p:grpSpPr>
        <p:sp>
          <p:nvSpPr>
            <p:cNvPr id="354" name="Google Shape;354;p10">
              <a:extLst>
                <a:ext uri="{FF2B5EF4-FFF2-40B4-BE49-F238E27FC236}">
                  <a16:creationId xmlns:a16="http://schemas.microsoft.com/office/drawing/2014/main" id="{F79FD96B-35F1-7EDB-4A03-7EC991288157}"/>
                </a:ext>
              </a:extLst>
            </p:cNvPr>
            <p:cNvSpPr/>
            <p:nvPr/>
          </p:nvSpPr>
          <p:spPr>
            <a:xfrm>
              <a:off x="0" y="0"/>
              <a:ext cx="1785490" cy="311251"/>
            </a:xfrm>
            <a:custGeom>
              <a:avLst/>
              <a:gdLst/>
              <a:ahLst/>
              <a:cxnLst/>
              <a:rect l="l" t="t" r="r" b="b"/>
              <a:pathLst>
                <a:path w="1785490" h="311251" extrusionOk="0">
                  <a:moveTo>
                    <a:pt x="0" y="0"/>
                  </a:moveTo>
                  <a:lnTo>
                    <a:pt x="1785490" y="0"/>
                  </a:lnTo>
                  <a:lnTo>
                    <a:pt x="1785490" y="311251"/>
                  </a:lnTo>
                  <a:lnTo>
                    <a:pt x="0" y="31125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76200" cap="sq" cmpd="sng">
              <a:solidFill>
                <a:srgbClr val="CB74F7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355" name="Google Shape;355;p10">
              <a:extLst>
                <a:ext uri="{FF2B5EF4-FFF2-40B4-BE49-F238E27FC236}">
                  <a16:creationId xmlns:a16="http://schemas.microsoft.com/office/drawing/2014/main" id="{73A87F9C-6C0E-35BF-5813-5692686C9260}"/>
                </a:ext>
              </a:extLst>
            </p:cNvPr>
            <p:cNvSpPr txBox="1"/>
            <p:nvPr/>
          </p:nvSpPr>
          <p:spPr>
            <a:xfrm>
              <a:off x="0" y="-76200"/>
              <a:ext cx="1785490" cy="3874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IN" sz="3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Technical</a:t>
              </a:r>
              <a:r>
                <a:rPr lang="en-IN" sz="18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 </a:t>
              </a:r>
              <a:r>
                <a:rPr lang="en-IN" sz="3600" dirty="0">
                  <a:solidFill>
                    <a:schemeClr val="dk1"/>
                  </a:solidFill>
                  <a:latin typeface="+mj-lt"/>
                  <a:ea typeface="Calibri"/>
                  <a:cs typeface="Calibri"/>
                  <a:sym typeface="Calibri"/>
                </a:rPr>
                <a:t>Showcase</a:t>
              </a:r>
              <a:endParaRPr sz="3600" b="0" i="0" u="none" strike="noStrike" cap="none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57" name="Google Shape;357;p10">
            <a:extLst>
              <a:ext uri="{FF2B5EF4-FFF2-40B4-BE49-F238E27FC236}">
                <a16:creationId xmlns:a16="http://schemas.microsoft.com/office/drawing/2014/main" id="{A0E6737B-AEA7-A0E0-F203-6C3ACB253A07}"/>
              </a:ext>
            </a:extLst>
          </p:cNvPr>
          <p:cNvSpPr/>
          <p:nvPr/>
        </p:nvSpPr>
        <p:spPr>
          <a:xfrm rot="-5400000">
            <a:off x="17620984" y="1556567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2" y="0"/>
                </a:lnTo>
                <a:lnTo>
                  <a:pt x="4423252" y="6592923"/>
                </a:lnTo>
                <a:lnTo>
                  <a:pt x="0" y="65929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58" name="Google Shape;358;p10">
            <a:extLst>
              <a:ext uri="{FF2B5EF4-FFF2-40B4-BE49-F238E27FC236}">
                <a16:creationId xmlns:a16="http://schemas.microsoft.com/office/drawing/2014/main" id="{EF9BFBC6-801A-9E17-2360-994AD2E34A98}"/>
              </a:ext>
            </a:extLst>
          </p:cNvPr>
          <p:cNvSpPr/>
          <p:nvPr/>
        </p:nvSpPr>
        <p:spPr>
          <a:xfrm rot="-5400000" flipH="1">
            <a:off x="-3752074" y="2286941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4423252" y="0"/>
                </a:moveTo>
                <a:lnTo>
                  <a:pt x="0" y="0"/>
                </a:lnTo>
                <a:lnTo>
                  <a:pt x="0" y="6592923"/>
                </a:lnTo>
                <a:lnTo>
                  <a:pt x="4423252" y="6592923"/>
                </a:lnTo>
                <a:lnTo>
                  <a:pt x="4423252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60" name="Google Shape;360;p10">
            <a:extLst>
              <a:ext uri="{FF2B5EF4-FFF2-40B4-BE49-F238E27FC236}">
                <a16:creationId xmlns:a16="http://schemas.microsoft.com/office/drawing/2014/main" id="{5100C665-B071-C393-2C77-CF2531A4DFCA}"/>
              </a:ext>
            </a:extLst>
          </p:cNvPr>
          <p:cNvSpPr/>
          <p:nvPr/>
        </p:nvSpPr>
        <p:spPr>
          <a:xfrm>
            <a:off x="189876" y="306959"/>
            <a:ext cx="1713069" cy="1643692"/>
          </a:xfrm>
          <a:custGeom>
            <a:avLst/>
            <a:gdLst/>
            <a:ahLst/>
            <a:cxnLst/>
            <a:rect l="l" t="t" r="r" b="b"/>
            <a:pathLst>
              <a:path w="1713069" h="1643692" extrusionOk="0">
                <a:moveTo>
                  <a:pt x="0" y="0"/>
                </a:moveTo>
                <a:lnTo>
                  <a:pt x="1713068" y="0"/>
                </a:lnTo>
                <a:lnTo>
                  <a:pt x="1713068" y="1643692"/>
                </a:lnTo>
                <a:lnTo>
                  <a:pt x="0" y="1643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3F5E2D-6965-A643-86F7-DC931DBE6D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0771" y="3186844"/>
            <a:ext cx="8325062" cy="42197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B819BC-EAFA-0ECE-5E42-5BEE3CB86F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82386" y="3186844"/>
            <a:ext cx="8304583" cy="4219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3069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DFB"/>
        </a:solidFill>
        <a:effectLst/>
      </p:bgPr>
    </p:bg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"/>
          <p:cNvSpPr/>
          <p:nvPr/>
        </p:nvSpPr>
        <p:spPr>
          <a:xfrm rot="-5400000">
            <a:off x="10693624" y="-3524350"/>
            <a:ext cx="4729037" cy="7048700"/>
          </a:xfrm>
          <a:custGeom>
            <a:avLst/>
            <a:gdLst/>
            <a:ahLst/>
            <a:cxnLst/>
            <a:rect l="l" t="t" r="r" b="b"/>
            <a:pathLst>
              <a:path w="4729037" h="7048700" extrusionOk="0">
                <a:moveTo>
                  <a:pt x="0" y="0"/>
                </a:moveTo>
                <a:lnTo>
                  <a:pt x="4729037" y="0"/>
                </a:lnTo>
                <a:lnTo>
                  <a:pt x="4729037" y="7048700"/>
                </a:lnTo>
                <a:lnTo>
                  <a:pt x="0" y="7048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7000"/>
            </a:blip>
            <a:stretch>
              <a:fillRect/>
            </a:stretch>
          </a:blipFill>
          <a:ln>
            <a:noFill/>
          </a:ln>
        </p:spPr>
      </p:sp>
      <p:sp>
        <p:nvSpPr>
          <p:cNvPr id="342" name="Google Shape;342;p10"/>
          <p:cNvSpPr/>
          <p:nvPr/>
        </p:nvSpPr>
        <p:spPr>
          <a:xfrm rot="-5400000">
            <a:off x="2915845" y="6786337"/>
            <a:ext cx="4729037" cy="7048700"/>
          </a:xfrm>
          <a:custGeom>
            <a:avLst/>
            <a:gdLst/>
            <a:ahLst/>
            <a:cxnLst/>
            <a:rect l="l" t="t" r="r" b="b"/>
            <a:pathLst>
              <a:path w="4729037" h="7048700" extrusionOk="0">
                <a:moveTo>
                  <a:pt x="0" y="0"/>
                </a:moveTo>
                <a:lnTo>
                  <a:pt x="4729037" y="0"/>
                </a:lnTo>
                <a:lnTo>
                  <a:pt x="4729037" y="7048700"/>
                </a:lnTo>
                <a:lnTo>
                  <a:pt x="0" y="70487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7000"/>
            </a:blip>
            <a:stretch>
              <a:fillRect/>
            </a:stretch>
          </a:blipFill>
          <a:ln>
            <a:noFill/>
          </a:ln>
        </p:spPr>
      </p:sp>
      <p:grpSp>
        <p:nvGrpSpPr>
          <p:cNvPr id="343" name="Google Shape;343;p10"/>
          <p:cNvGrpSpPr/>
          <p:nvPr/>
        </p:nvGrpSpPr>
        <p:grpSpPr>
          <a:xfrm>
            <a:off x="1028699" y="739577"/>
            <a:ext cx="16230600" cy="8518922"/>
            <a:chOff x="0" y="-76200"/>
            <a:chExt cx="4274726" cy="2243667"/>
          </a:xfrm>
        </p:grpSpPr>
        <p:sp>
          <p:nvSpPr>
            <p:cNvPr id="344" name="Google Shape;344;p10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 extrusionOk="0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DFB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10"/>
            <p:cNvSpPr txBox="1"/>
            <p:nvPr/>
          </p:nvSpPr>
          <p:spPr>
            <a:xfrm>
              <a:off x="0" y="-76200"/>
              <a:ext cx="4274726" cy="2243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10"/>
          <p:cNvSpPr/>
          <p:nvPr/>
        </p:nvSpPr>
        <p:spPr>
          <a:xfrm>
            <a:off x="1756013" y="1534701"/>
            <a:ext cx="2448843" cy="405172"/>
          </a:xfrm>
          <a:custGeom>
            <a:avLst/>
            <a:gdLst/>
            <a:ahLst/>
            <a:cxnLst/>
            <a:rect l="l" t="t" r="r" b="b"/>
            <a:pathLst>
              <a:path w="2448843" h="405172" extrusionOk="0">
                <a:moveTo>
                  <a:pt x="0" y="0"/>
                </a:moveTo>
                <a:lnTo>
                  <a:pt x="2448843" y="0"/>
                </a:lnTo>
                <a:lnTo>
                  <a:pt x="2448843" y="405172"/>
                </a:lnTo>
                <a:lnTo>
                  <a:pt x="0" y="4051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47" name="Google Shape;347;p10"/>
          <p:cNvSpPr/>
          <p:nvPr/>
        </p:nvSpPr>
        <p:spPr>
          <a:xfrm>
            <a:off x="14083144" y="8450319"/>
            <a:ext cx="2448843" cy="405172"/>
          </a:xfrm>
          <a:custGeom>
            <a:avLst/>
            <a:gdLst/>
            <a:ahLst/>
            <a:cxnLst/>
            <a:rect l="l" t="t" r="r" b="b"/>
            <a:pathLst>
              <a:path w="2448843" h="405172" extrusionOk="0">
                <a:moveTo>
                  <a:pt x="0" y="0"/>
                </a:moveTo>
                <a:lnTo>
                  <a:pt x="2448843" y="0"/>
                </a:lnTo>
                <a:lnTo>
                  <a:pt x="2448843" y="405172"/>
                </a:lnTo>
                <a:lnTo>
                  <a:pt x="0" y="4051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48" name="Google Shape;348;p10"/>
          <p:cNvSpPr/>
          <p:nvPr/>
        </p:nvSpPr>
        <p:spPr>
          <a:xfrm rot="-5400000">
            <a:off x="16076374" y="-2482323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2" y="0"/>
                </a:lnTo>
                <a:lnTo>
                  <a:pt x="4423252" y="6592922"/>
                </a:lnTo>
                <a:lnTo>
                  <a:pt x="0" y="659292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49" name="Google Shape;349;p10"/>
          <p:cNvSpPr/>
          <p:nvPr/>
        </p:nvSpPr>
        <p:spPr>
          <a:xfrm rot="-5400000">
            <a:off x="-2250585" y="6195701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1" y="0"/>
                </a:lnTo>
                <a:lnTo>
                  <a:pt x="4423251" y="6592923"/>
                </a:lnTo>
                <a:lnTo>
                  <a:pt x="0" y="65929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350" name="Google Shape;350;p10"/>
          <p:cNvGrpSpPr/>
          <p:nvPr/>
        </p:nvGrpSpPr>
        <p:grpSpPr>
          <a:xfrm>
            <a:off x="6341594" y="1300762"/>
            <a:ext cx="5481584" cy="1189501"/>
            <a:chOff x="0" y="-76200"/>
            <a:chExt cx="1785490" cy="387451"/>
          </a:xfrm>
        </p:grpSpPr>
        <p:sp>
          <p:nvSpPr>
            <p:cNvPr id="351" name="Google Shape;351;p10"/>
            <p:cNvSpPr/>
            <p:nvPr/>
          </p:nvSpPr>
          <p:spPr>
            <a:xfrm>
              <a:off x="0" y="0"/>
              <a:ext cx="1785490" cy="311251"/>
            </a:xfrm>
            <a:custGeom>
              <a:avLst/>
              <a:gdLst/>
              <a:ahLst/>
              <a:cxnLst/>
              <a:rect l="l" t="t" r="r" b="b"/>
              <a:pathLst>
                <a:path w="1785490" h="311251" extrusionOk="0">
                  <a:moveTo>
                    <a:pt x="0" y="0"/>
                  </a:moveTo>
                  <a:lnTo>
                    <a:pt x="1785490" y="0"/>
                  </a:lnTo>
                  <a:lnTo>
                    <a:pt x="1785490" y="311251"/>
                  </a:lnTo>
                  <a:lnTo>
                    <a:pt x="0" y="311251"/>
                  </a:lnTo>
                  <a:close/>
                </a:path>
              </a:pathLst>
            </a:custGeom>
            <a:solidFill>
              <a:srgbClr val="EAD6FF"/>
            </a:solidFill>
            <a:ln>
              <a:noFill/>
            </a:ln>
          </p:spPr>
        </p:sp>
        <p:sp>
          <p:nvSpPr>
            <p:cNvPr id="352" name="Google Shape;352;p10"/>
            <p:cNvSpPr txBox="1"/>
            <p:nvPr/>
          </p:nvSpPr>
          <p:spPr>
            <a:xfrm>
              <a:off x="0" y="-76200"/>
              <a:ext cx="1785490" cy="3874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3" name="Google Shape;353;p10"/>
          <p:cNvGrpSpPr/>
          <p:nvPr/>
        </p:nvGrpSpPr>
        <p:grpSpPr>
          <a:xfrm>
            <a:off x="6464822" y="1457785"/>
            <a:ext cx="5481584" cy="1189501"/>
            <a:chOff x="0" y="-76200"/>
            <a:chExt cx="1785490" cy="387451"/>
          </a:xfrm>
        </p:grpSpPr>
        <p:sp>
          <p:nvSpPr>
            <p:cNvPr id="354" name="Google Shape;354;p10"/>
            <p:cNvSpPr/>
            <p:nvPr/>
          </p:nvSpPr>
          <p:spPr>
            <a:xfrm>
              <a:off x="0" y="0"/>
              <a:ext cx="1785490" cy="311251"/>
            </a:xfrm>
            <a:custGeom>
              <a:avLst/>
              <a:gdLst/>
              <a:ahLst/>
              <a:cxnLst/>
              <a:rect l="l" t="t" r="r" b="b"/>
              <a:pathLst>
                <a:path w="1785490" h="311251" extrusionOk="0">
                  <a:moveTo>
                    <a:pt x="0" y="0"/>
                  </a:moveTo>
                  <a:lnTo>
                    <a:pt x="1785490" y="0"/>
                  </a:lnTo>
                  <a:lnTo>
                    <a:pt x="1785490" y="311251"/>
                  </a:lnTo>
                  <a:lnTo>
                    <a:pt x="0" y="31125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76200" cap="sq" cmpd="sng">
              <a:solidFill>
                <a:srgbClr val="CB74F7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355" name="Google Shape;355;p10"/>
            <p:cNvSpPr txBox="1"/>
            <p:nvPr/>
          </p:nvSpPr>
          <p:spPr>
            <a:xfrm>
              <a:off x="0" y="-76200"/>
              <a:ext cx="1785490" cy="3874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56" name="Google Shape;356;p10"/>
          <p:cNvSpPr txBox="1"/>
          <p:nvPr/>
        </p:nvSpPr>
        <p:spPr>
          <a:xfrm>
            <a:off x="7052555" y="1803903"/>
            <a:ext cx="4182889" cy="655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34"/>
              <a:buFont typeface="Arial"/>
              <a:buNone/>
            </a:pPr>
            <a:r>
              <a:rPr lang="en-US" sz="3834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REFERENCES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10"/>
          <p:cNvSpPr/>
          <p:nvPr/>
        </p:nvSpPr>
        <p:spPr>
          <a:xfrm rot="-5400000">
            <a:off x="17620984" y="1556567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0" y="0"/>
                </a:moveTo>
                <a:lnTo>
                  <a:pt x="4423252" y="0"/>
                </a:lnTo>
                <a:lnTo>
                  <a:pt x="4423252" y="6592923"/>
                </a:lnTo>
                <a:lnTo>
                  <a:pt x="0" y="65929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58" name="Google Shape;358;p10"/>
          <p:cNvSpPr/>
          <p:nvPr/>
        </p:nvSpPr>
        <p:spPr>
          <a:xfrm rot="-5400000" flipH="1">
            <a:off x="-3752074" y="2286941"/>
            <a:ext cx="4423252" cy="6592923"/>
          </a:xfrm>
          <a:custGeom>
            <a:avLst/>
            <a:gdLst/>
            <a:ahLst/>
            <a:cxnLst/>
            <a:rect l="l" t="t" r="r" b="b"/>
            <a:pathLst>
              <a:path w="4423252" h="6592923" extrusionOk="0">
                <a:moveTo>
                  <a:pt x="4423252" y="0"/>
                </a:moveTo>
                <a:lnTo>
                  <a:pt x="0" y="0"/>
                </a:lnTo>
                <a:lnTo>
                  <a:pt x="0" y="6592923"/>
                </a:lnTo>
                <a:lnTo>
                  <a:pt x="4423252" y="6592923"/>
                </a:lnTo>
                <a:lnTo>
                  <a:pt x="4423252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60" name="Google Shape;360;p10"/>
          <p:cNvSpPr/>
          <p:nvPr/>
        </p:nvSpPr>
        <p:spPr>
          <a:xfrm>
            <a:off x="189876" y="306959"/>
            <a:ext cx="1713069" cy="1643692"/>
          </a:xfrm>
          <a:custGeom>
            <a:avLst/>
            <a:gdLst/>
            <a:ahLst/>
            <a:cxnLst/>
            <a:rect l="l" t="t" r="r" b="b"/>
            <a:pathLst>
              <a:path w="1713069" h="1643692" extrusionOk="0">
                <a:moveTo>
                  <a:pt x="0" y="0"/>
                </a:moveTo>
                <a:lnTo>
                  <a:pt x="1713068" y="0"/>
                </a:lnTo>
                <a:lnTo>
                  <a:pt x="1713068" y="1643692"/>
                </a:lnTo>
                <a:lnTo>
                  <a:pt x="0" y="1643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63BA24-F63C-3B42-6197-D384B7278D3A}"/>
              </a:ext>
            </a:extLst>
          </p:cNvPr>
          <p:cNvSpPr txBox="1"/>
          <p:nvPr/>
        </p:nvSpPr>
        <p:spPr>
          <a:xfrm>
            <a:off x="1756013" y="3620045"/>
            <a:ext cx="12982629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MongoDB: 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Read on MongoDB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OWASP: 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  <a:hlinkClick r:id="rId7"/>
              </a:rPr>
              <a:t>Read on OWASP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Nodejs: 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  <a:hlinkClick r:id="rId8"/>
              </a:rPr>
              <a:t>Read on Nodejs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JWT: 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  <a:hlinkClick r:id="rId9"/>
              </a:rPr>
              <a:t>Read on JWT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633</Words>
  <Application>Microsoft Office PowerPoint</Application>
  <PresentationFormat>Custom</PresentationFormat>
  <Paragraphs>85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Times New Roman</vt:lpstr>
      <vt:lpstr>Calibri</vt:lpstr>
      <vt:lpstr>Times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Samyak Jagtap</cp:lastModifiedBy>
  <cp:revision>1</cp:revision>
  <dcterms:created xsi:type="dcterms:W3CDTF">2006-08-16T00:00:00Z</dcterms:created>
  <dcterms:modified xsi:type="dcterms:W3CDTF">2026-04-23T16:09:48Z</dcterms:modified>
</cp:coreProperties>
</file>